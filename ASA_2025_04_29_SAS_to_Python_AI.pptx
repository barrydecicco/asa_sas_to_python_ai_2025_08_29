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371" r:id="rId4"/>
    <p:sldId id="373" r:id="rId5"/>
    <p:sldId id="374" r:id="rId6"/>
    <p:sldId id="370" r:id="rId7"/>
    <p:sldId id="377" r:id="rId8"/>
    <p:sldId id="376" r:id="rId9"/>
    <p:sldId id="372" r:id="rId10"/>
    <p:sldId id="378" r:id="rId11"/>
    <p:sldId id="375" r:id="rId12"/>
    <p:sldId id="379" r:id="rId13"/>
    <p:sldId id="380" r:id="rId14"/>
    <p:sldId id="381" r:id="rId15"/>
    <p:sldId id="383" r:id="rId16"/>
    <p:sldId id="384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7A5FE9-7D14-48DB-8593-AA6BEE3E0F6F}">
          <p14:sldIdLst>
            <p14:sldId id="256"/>
            <p14:sldId id="302"/>
            <p14:sldId id="371"/>
            <p14:sldId id="373"/>
            <p14:sldId id="374"/>
            <p14:sldId id="370"/>
            <p14:sldId id="377"/>
            <p14:sldId id="376"/>
            <p14:sldId id="372"/>
            <p14:sldId id="378"/>
          </p14:sldIdLst>
        </p14:section>
        <p14:section name="ChatGPT" id="{6CB756EC-8539-4B64-9FE2-BD122D0AA22E}">
          <p14:sldIdLst>
            <p14:sldId id="375"/>
            <p14:sldId id="379"/>
            <p14:sldId id="380"/>
            <p14:sldId id="381"/>
            <p14:sldId id="383"/>
            <p14:sldId id="384"/>
          </p14:sldIdLst>
        </p14:section>
        <p14:section name="Code Comparisons" id="{400EEA88-EDF4-418A-9421-863C051E4024}">
          <p14:sldIdLst>
            <p14:sldId id="387"/>
            <p14:sldId id="388"/>
            <p14:sldId id="389"/>
            <p14:sldId id="390"/>
            <p14:sldId id="391"/>
          </p14:sldIdLst>
        </p14:section>
        <p14:section name="Problem Areas" id="{1D7C4CA4-7211-44C4-AA28-2C8E1176CA05}">
          <p14:sldIdLst>
            <p14:sldId id="392"/>
            <p14:sldId id="393"/>
            <p14:sldId id="394"/>
            <p14:sldId id="395"/>
          </p14:sldIdLst>
        </p14:section>
        <p14:section name="Ending" id="{247D8BE8-9DCC-42FD-9302-6A59472A370C}">
          <p14:sldIdLst>
            <p14:sldId id="3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5685A7-33E6-4E0F-932A-953BC87964A9}" v="1" dt="2025-04-29T19:25:46.487"/>
    <p1510:client id="{B26889EA-0BFE-4DE7-897C-77A466A8C7D6}" v="18" dt="2025-04-29T16:48:35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501" autoAdjust="0"/>
  </p:normalViewPr>
  <p:slideViewPr>
    <p:cSldViewPr snapToGrid="0">
      <p:cViewPr varScale="1">
        <p:scale>
          <a:sx n="69" d="100"/>
          <a:sy n="69" d="100"/>
        </p:scale>
        <p:origin x="5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y DeCicco" userId="231b5c4729589eb9" providerId="LiveId" clId="{562B512D-DF2A-4D3E-BCF4-BBF6F4121132}"/>
    <pc:docChg chg="undo custSel addSld delSld modSld sldOrd addSection delSection modSection">
      <pc:chgData name="Barry DeCicco" userId="231b5c4729589eb9" providerId="LiveId" clId="{562B512D-DF2A-4D3E-BCF4-BBF6F4121132}" dt="2025-01-09T22:52:16.500" v="3157" actId="2696"/>
      <pc:docMkLst>
        <pc:docMk/>
      </pc:docMkLst>
      <pc:sldChg chg="modSp mod">
        <pc:chgData name="Barry DeCicco" userId="231b5c4729589eb9" providerId="LiveId" clId="{562B512D-DF2A-4D3E-BCF4-BBF6F4121132}" dt="2025-01-07T22:32:18.277" v="85" actId="20577"/>
        <pc:sldMkLst>
          <pc:docMk/>
          <pc:sldMk cId="3872236964" sldId="256"/>
        </pc:sldMkLst>
      </pc:sldChg>
      <pc:sldChg chg="modSp mod ord">
        <pc:chgData name="Barry DeCicco" userId="231b5c4729589eb9" providerId="LiveId" clId="{562B512D-DF2A-4D3E-BCF4-BBF6F4121132}" dt="2025-01-07T23:00:45.842" v="1300" actId="20577"/>
        <pc:sldMkLst>
          <pc:docMk/>
          <pc:sldMk cId="3267468516" sldId="302"/>
        </pc:sldMkLst>
      </pc:sldChg>
      <pc:sldChg chg="del">
        <pc:chgData name="Barry DeCicco" userId="231b5c4729589eb9" providerId="LiveId" clId="{562B512D-DF2A-4D3E-BCF4-BBF6F4121132}" dt="2025-01-07T22:51:04.105" v="661" actId="47"/>
        <pc:sldMkLst>
          <pc:docMk/>
          <pc:sldMk cId="3005918694" sldId="328"/>
        </pc:sldMkLst>
      </pc:sldChg>
      <pc:sldChg chg="del">
        <pc:chgData name="Barry DeCicco" userId="231b5c4729589eb9" providerId="LiveId" clId="{562B512D-DF2A-4D3E-BCF4-BBF6F4121132}" dt="2025-01-07T22:51:02.615" v="659" actId="47"/>
        <pc:sldMkLst>
          <pc:docMk/>
          <pc:sldMk cId="3655533232" sldId="330"/>
        </pc:sldMkLst>
      </pc:sldChg>
      <pc:sldChg chg="addSp delSp modSp mod">
        <pc:chgData name="Barry DeCicco" userId="231b5c4729589eb9" providerId="LiveId" clId="{562B512D-DF2A-4D3E-BCF4-BBF6F4121132}" dt="2025-01-07T23:59:44.812" v="2295" actId="6549"/>
        <pc:sldMkLst>
          <pc:docMk/>
          <pc:sldMk cId="3339752925" sldId="333"/>
        </pc:sldMkLst>
      </pc:sldChg>
      <pc:sldChg chg="del">
        <pc:chgData name="Barry DeCicco" userId="231b5c4729589eb9" providerId="LiveId" clId="{562B512D-DF2A-4D3E-BCF4-BBF6F4121132}" dt="2025-01-07T22:50:57.587" v="655" actId="47"/>
        <pc:sldMkLst>
          <pc:docMk/>
          <pc:sldMk cId="321338093" sldId="364"/>
        </pc:sldMkLst>
      </pc:sldChg>
      <pc:sldChg chg="del">
        <pc:chgData name="Barry DeCicco" userId="231b5c4729589eb9" providerId="LiveId" clId="{562B512D-DF2A-4D3E-BCF4-BBF6F4121132}" dt="2025-01-07T22:51:00.086" v="657" actId="47"/>
        <pc:sldMkLst>
          <pc:docMk/>
          <pc:sldMk cId="1381978122" sldId="365"/>
        </pc:sldMkLst>
      </pc:sldChg>
      <pc:sldChg chg="del">
        <pc:chgData name="Barry DeCicco" userId="231b5c4729589eb9" providerId="LiveId" clId="{562B512D-DF2A-4D3E-BCF4-BBF6F4121132}" dt="2025-01-07T22:50:58.894" v="656" actId="47"/>
        <pc:sldMkLst>
          <pc:docMk/>
          <pc:sldMk cId="2597103094" sldId="366"/>
        </pc:sldMkLst>
      </pc:sldChg>
      <pc:sldChg chg="del">
        <pc:chgData name="Barry DeCicco" userId="231b5c4729589eb9" providerId="LiveId" clId="{562B512D-DF2A-4D3E-BCF4-BBF6F4121132}" dt="2025-01-07T22:51:03.540" v="660" actId="47"/>
        <pc:sldMkLst>
          <pc:docMk/>
          <pc:sldMk cId="1045337646" sldId="367"/>
        </pc:sldMkLst>
      </pc:sldChg>
      <pc:sldChg chg="del">
        <pc:chgData name="Barry DeCicco" userId="231b5c4729589eb9" providerId="LiveId" clId="{562B512D-DF2A-4D3E-BCF4-BBF6F4121132}" dt="2025-01-07T22:51:01.477" v="658" actId="47"/>
        <pc:sldMkLst>
          <pc:docMk/>
          <pc:sldMk cId="2533564275" sldId="368"/>
        </pc:sldMkLst>
      </pc:sldChg>
      <pc:sldChg chg="addSp delSp modSp mod">
        <pc:chgData name="Barry DeCicco" userId="231b5c4729589eb9" providerId="LiveId" clId="{562B512D-DF2A-4D3E-BCF4-BBF6F4121132}" dt="2025-01-08T00:30:06.803" v="3042" actId="478"/>
        <pc:sldMkLst>
          <pc:docMk/>
          <pc:sldMk cId="3320710068" sldId="369"/>
        </pc:sldMkLst>
      </pc:sldChg>
      <pc:sldChg chg="del">
        <pc:chgData name="Barry DeCicco" userId="231b5c4729589eb9" providerId="LiveId" clId="{562B512D-DF2A-4D3E-BCF4-BBF6F4121132}" dt="2025-01-07T22:51:05.727" v="662" actId="47"/>
        <pc:sldMkLst>
          <pc:docMk/>
          <pc:sldMk cId="293857739" sldId="370"/>
        </pc:sldMkLst>
      </pc:sldChg>
      <pc:sldChg chg="modSp add mod">
        <pc:chgData name="Barry DeCicco" userId="231b5c4729589eb9" providerId="LiveId" clId="{562B512D-DF2A-4D3E-BCF4-BBF6F4121132}" dt="2025-01-08T00:24:35.270" v="3040" actId="20577"/>
        <pc:sldMkLst>
          <pc:docMk/>
          <pc:sldMk cId="1834755682" sldId="370"/>
        </pc:sldMkLst>
      </pc:sldChg>
      <pc:sldChg chg="del">
        <pc:chgData name="Barry DeCicco" userId="231b5c4729589eb9" providerId="LiveId" clId="{562B512D-DF2A-4D3E-BCF4-BBF6F4121132}" dt="2025-01-07T22:51:08.391" v="665" actId="47"/>
        <pc:sldMkLst>
          <pc:docMk/>
          <pc:sldMk cId="1560276465" sldId="371"/>
        </pc:sldMkLst>
      </pc:sldChg>
      <pc:sldChg chg="modSp add mod">
        <pc:chgData name="Barry DeCicco" userId="231b5c4729589eb9" providerId="LiveId" clId="{562B512D-DF2A-4D3E-BCF4-BBF6F4121132}" dt="2025-01-08T00:28:49.335" v="3041" actId="20577"/>
        <pc:sldMkLst>
          <pc:docMk/>
          <pc:sldMk cId="1592905283" sldId="371"/>
        </pc:sldMkLst>
      </pc:sldChg>
      <pc:sldChg chg="del">
        <pc:chgData name="Barry DeCicco" userId="231b5c4729589eb9" providerId="LiveId" clId="{562B512D-DF2A-4D3E-BCF4-BBF6F4121132}" dt="2025-01-07T22:51:08.934" v="666" actId="47"/>
        <pc:sldMkLst>
          <pc:docMk/>
          <pc:sldMk cId="2385903718" sldId="372"/>
        </pc:sldMkLst>
      </pc:sldChg>
      <pc:sldChg chg="add">
        <pc:chgData name="Barry DeCicco" userId="231b5c4729589eb9" providerId="LiveId" clId="{562B512D-DF2A-4D3E-BCF4-BBF6F4121132}" dt="2025-01-07T22:59:43.830" v="1097" actId="2890"/>
        <pc:sldMkLst>
          <pc:docMk/>
          <pc:sldMk cId="3501071687" sldId="372"/>
        </pc:sldMkLst>
      </pc:sldChg>
      <pc:sldChg chg="del">
        <pc:chgData name="Barry DeCicco" userId="231b5c4729589eb9" providerId="LiveId" clId="{562B512D-DF2A-4D3E-BCF4-BBF6F4121132}" dt="2025-01-07T22:51:09.891" v="667" actId="47"/>
        <pc:sldMkLst>
          <pc:docMk/>
          <pc:sldMk cId="2645359826" sldId="373"/>
        </pc:sldMkLst>
      </pc:sldChg>
      <pc:sldChg chg="modSp add del mod ord">
        <pc:chgData name="Barry DeCicco" userId="231b5c4729589eb9" providerId="LiveId" clId="{562B512D-DF2A-4D3E-BCF4-BBF6F4121132}" dt="2025-01-08T00:24:17.023" v="3009" actId="2696"/>
        <pc:sldMkLst>
          <pc:docMk/>
          <pc:sldMk cId="3089863378" sldId="373"/>
        </pc:sldMkLst>
      </pc:sldChg>
      <pc:sldChg chg="del">
        <pc:chgData name="Barry DeCicco" userId="231b5c4729589eb9" providerId="LiveId" clId="{562B512D-DF2A-4D3E-BCF4-BBF6F4121132}" dt="2025-01-07T22:51:11.365" v="668" actId="47"/>
        <pc:sldMkLst>
          <pc:docMk/>
          <pc:sldMk cId="23609493" sldId="374"/>
        </pc:sldMkLst>
      </pc:sldChg>
      <pc:sldChg chg="add">
        <pc:chgData name="Barry DeCicco" userId="231b5c4729589eb9" providerId="LiveId" clId="{562B512D-DF2A-4D3E-BCF4-BBF6F4121132}" dt="2025-01-07T23:04:09.737" v="1393" actId="2890"/>
        <pc:sldMkLst>
          <pc:docMk/>
          <pc:sldMk cId="3798976537" sldId="374"/>
        </pc:sldMkLst>
      </pc:sldChg>
      <pc:sldChg chg="del">
        <pc:chgData name="Barry DeCicco" userId="231b5c4729589eb9" providerId="LiveId" clId="{562B512D-DF2A-4D3E-BCF4-BBF6F4121132}" dt="2025-01-07T22:51:12.513" v="669" actId="47"/>
        <pc:sldMkLst>
          <pc:docMk/>
          <pc:sldMk cId="337354203" sldId="375"/>
        </pc:sldMkLst>
      </pc:sldChg>
      <pc:sldChg chg="addSp delSp modSp new mod">
        <pc:chgData name="Barry DeCicco" userId="231b5c4729589eb9" providerId="LiveId" clId="{562B512D-DF2A-4D3E-BCF4-BBF6F4121132}" dt="2025-01-07T23:07:24.876" v="1403" actId="1582"/>
        <pc:sldMkLst>
          <pc:docMk/>
          <pc:sldMk cId="666574086" sldId="375"/>
        </pc:sldMkLst>
      </pc:sldChg>
      <pc:sldChg chg="del">
        <pc:chgData name="Barry DeCicco" userId="231b5c4729589eb9" providerId="LiveId" clId="{562B512D-DF2A-4D3E-BCF4-BBF6F4121132}" dt="2025-01-07T22:51:07.840" v="664" actId="47"/>
        <pc:sldMkLst>
          <pc:docMk/>
          <pc:sldMk cId="2447125487" sldId="376"/>
        </pc:sldMkLst>
      </pc:sldChg>
      <pc:sldChg chg="addSp delSp modSp add mod modClrScheme chgLayout">
        <pc:chgData name="Barry DeCicco" userId="231b5c4729589eb9" providerId="LiveId" clId="{562B512D-DF2A-4D3E-BCF4-BBF6F4121132}" dt="2025-01-07T23:11:50.754" v="1464" actId="478"/>
        <pc:sldMkLst>
          <pc:docMk/>
          <pc:sldMk cId="3672393400" sldId="376"/>
        </pc:sldMkLst>
      </pc:sldChg>
      <pc:sldChg chg="addSp delSp modSp add mod">
        <pc:chgData name="Barry DeCicco" userId="231b5c4729589eb9" providerId="LiveId" clId="{562B512D-DF2A-4D3E-BCF4-BBF6F4121132}" dt="2025-01-07T23:13:29.002" v="1490" actId="1076"/>
        <pc:sldMkLst>
          <pc:docMk/>
          <pc:sldMk cId="1373206062" sldId="377"/>
        </pc:sldMkLst>
      </pc:sldChg>
      <pc:sldChg chg="del">
        <pc:chgData name="Barry DeCicco" userId="231b5c4729589eb9" providerId="LiveId" clId="{562B512D-DF2A-4D3E-BCF4-BBF6F4121132}" dt="2025-01-07T22:51:06.412" v="663" actId="47"/>
        <pc:sldMkLst>
          <pc:docMk/>
          <pc:sldMk cId="3783728319" sldId="377"/>
        </pc:sldMkLst>
      </pc:sldChg>
      <pc:sldChg chg="addSp delSp modSp add del mod">
        <pc:chgData name="Barry DeCicco" userId="231b5c4729589eb9" providerId="LiveId" clId="{562B512D-DF2A-4D3E-BCF4-BBF6F4121132}" dt="2025-01-07T23:12:31.614" v="1467" actId="47"/>
        <pc:sldMkLst>
          <pc:docMk/>
          <pc:sldMk cId="3930473633" sldId="377"/>
        </pc:sldMkLst>
      </pc:sldChg>
      <pc:sldChg chg="del">
        <pc:chgData name="Barry DeCicco" userId="231b5c4729589eb9" providerId="LiveId" clId="{562B512D-DF2A-4D3E-BCF4-BBF6F4121132}" dt="2025-01-07T22:51:13.249" v="670" actId="47"/>
        <pc:sldMkLst>
          <pc:docMk/>
          <pc:sldMk cId="609184053" sldId="378"/>
        </pc:sldMkLst>
      </pc:sldChg>
      <pc:sldChg chg="delSp add del mod ord">
        <pc:chgData name="Barry DeCicco" userId="231b5c4729589eb9" providerId="LiveId" clId="{562B512D-DF2A-4D3E-BCF4-BBF6F4121132}" dt="2025-01-08T00:23:41.256" v="3008" actId="47"/>
        <pc:sldMkLst>
          <pc:docMk/>
          <pc:sldMk cId="2448252468" sldId="378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524807939" sldId="379"/>
        </pc:sldMkLst>
      </pc:sldChg>
      <pc:sldChg chg="addSp delSp modSp add mod">
        <pc:chgData name="Barry DeCicco" userId="231b5c4729589eb9" providerId="LiveId" clId="{562B512D-DF2A-4D3E-BCF4-BBF6F4121132}" dt="2025-01-07T23:25:38.631" v="1674" actId="1076"/>
        <pc:sldMkLst>
          <pc:docMk/>
          <pc:sldMk cId="2860380255" sldId="379"/>
        </pc:sldMkLst>
      </pc:sldChg>
      <pc:sldChg chg="addSp delSp modSp add mod modClrScheme chgLayout">
        <pc:chgData name="Barry DeCicco" userId="231b5c4729589eb9" providerId="LiveId" clId="{562B512D-DF2A-4D3E-BCF4-BBF6F4121132}" dt="2025-01-07T23:23:35.437" v="1668" actId="1076"/>
        <pc:sldMkLst>
          <pc:docMk/>
          <pc:sldMk cId="701967110" sldId="380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844954684" sldId="380"/>
        </pc:sldMkLst>
      </pc:sldChg>
      <pc:sldChg chg="modSp add mod ord">
        <pc:chgData name="Barry DeCicco" userId="231b5c4729589eb9" providerId="LiveId" clId="{562B512D-DF2A-4D3E-BCF4-BBF6F4121132}" dt="2025-01-07T23:19:11.470" v="1623" actId="20577"/>
        <pc:sldMkLst>
          <pc:docMk/>
          <pc:sldMk cId="3186471867" sldId="381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4063806282" sldId="381"/>
        </pc:sldMkLst>
      </pc:sldChg>
      <pc:sldChg chg="addSp delSp modSp add mod">
        <pc:chgData name="Barry DeCicco" userId="231b5c4729589eb9" providerId="LiveId" clId="{562B512D-DF2A-4D3E-BCF4-BBF6F4121132}" dt="2025-01-07T23:28:32.427" v="1733" actId="1076"/>
        <pc:sldMkLst>
          <pc:docMk/>
          <pc:sldMk cId="1606759447" sldId="382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3579974446" sldId="382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1342871911" sldId="383"/>
        </pc:sldMkLst>
      </pc:sldChg>
      <pc:sldChg chg="addSp modSp add mod">
        <pc:chgData name="Barry DeCicco" userId="231b5c4729589eb9" providerId="LiveId" clId="{562B512D-DF2A-4D3E-BCF4-BBF6F4121132}" dt="2025-01-07T23:30:48.448" v="1811" actId="1076"/>
        <pc:sldMkLst>
          <pc:docMk/>
          <pc:sldMk cId="3565353976" sldId="383"/>
        </pc:sldMkLst>
      </pc:sldChg>
      <pc:sldChg chg="addSp delSp modSp add mod">
        <pc:chgData name="Barry DeCicco" userId="231b5c4729589eb9" providerId="LiveId" clId="{562B512D-DF2A-4D3E-BCF4-BBF6F4121132}" dt="2025-01-07T23:33:35.526" v="1874" actId="1076"/>
        <pc:sldMkLst>
          <pc:docMk/>
          <pc:sldMk cId="1400476508" sldId="384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2089759551" sldId="384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1229791011" sldId="385"/>
        </pc:sldMkLst>
      </pc:sldChg>
      <pc:sldChg chg="modSp add mod ord">
        <pc:chgData name="Barry DeCicco" userId="231b5c4729589eb9" providerId="LiveId" clId="{562B512D-DF2A-4D3E-BCF4-BBF6F4121132}" dt="2025-01-07T23:32:21.300" v="1830"/>
        <pc:sldMkLst>
          <pc:docMk/>
          <pc:sldMk cId="3360124789" sldId="385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2584354043" sldId="386"/>
        </pc:sldMkLst>
      </pc:sldChg>
      <pc:sldChg chg="addSp delSp modSp new mod ord">
        <pc:chgData name="Barry DeCicco" userId="231b5c4729589eb9" providerId="LiveId" clId="{562B512D-DF2A-4D3E-BCF4-BBF6F4121132}" dt="2025-01-08T00:07:11.619" v="2519" actId="20577"/>
        <pc:sldMkLst>
          <pc:docMk/>
          <pc:sldMk cId="2943502553" sldId="386"/>
        </pc:sldMkLst>
      </pc:sldChg>
      <pc:sldChg chg="modSp add del mod ord">
        <pc:chgData name="Barry DeCicco" userId="231b5c4729589eb9" providerId="LiveId" clId="{562B512D-DF2A-4D3E-BCF4-BBF6F4121132}" dt="2025-01-09T22:52:16.500" v="3157" actId="2696"/>
        <pc:sldMkLst>
          <pc:docMk/>
          <pc:sldMk cId="1366890112" sldId="387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2860556739" sldId="387"/>
        </pc:sldMkLst>
      </pc:sldChg>
      <pc:sldChg chg="add">
        <pc:chgData name="Barry DeCicco" userId="231b5c4729589eb9" providerId="LiveId" clId="{562B512D-DF2A-4D3E-BCF4-BBF6F4121132}" dt="2025-01-08T00:07:56.217" v="2520" actId="2890"/>
        <pc:sldMkLst>
          <pc:docMk/>
          <pc:sldMk cId="1271700676" sldId="388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3263666714" sldId="388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1214935115" sldId="389"/>
        </pc:sldMkLst>
      </pc:sldChg>
      <pc:sldChg chg="addSp delSp modSp add mod">
        <pc:chgData name="Barry DeCicco" userId="231b5c4729589eb9" providerId="LiveId" clId="{562B512D-DF2A-4D3E-BCF4-BBF6F4121132}" dt="2025-01-08T00:08:41.814" v="2544" actId="1076"/>
        <pc:sldMkLst>
          <pc:docMk/>
          <pc:sldMk cId="2488322969" sldId="389"/>
        </pc:sldMkLst>
      </pc:sldChg>
      <pc:sldChg chg="addSp delSp modSp add mod">
        <pc:chgData name="Barry DeCicco" userId="231b5c4729589eb9" providerId="LiveId" clId="{562B512D-DF2A-4D3E-BCF4-BBF6F4121132}" dt="2025-01-08T00:09:19.784" v="2549" actId="14100"/>
        <pc:sldMkLst>
          <pc:docMk/>
          <pc:sldMk cId="571014357" sldId="390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1126928632" sldId="390"/>
        </pc:sldMkLst>
      </pc:sldChg>
      <pc:sldChg chg="addSp delSp modSp add mod">
        <pc:chgData name="Barry DeCicco" userId="231b5c4729589eb9" providerId="LiveId" clId="{562B512D-DF2A-4D3E-BCF4-BBF6F4121132}" dt="2025-01-08T00:20:39.702" v="2920" actId="27636"/>
        <pc:sldMkLst>
          <pc:docMk/>
          <pc:sldMk cId="1827750470" sldId="391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4241425083" sldId="391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443636183" sldId="392"/>
        </pc:sldMkLst>
      </pc:sldChg>
      <pc:sldChg chg="addSp delSp modSp add mod">
        <pc:chgData name="Barry DeCicco" userId="231b5c4729589eb9" providerId="LiveId" clId="{562B512D-DF2A-4D3E-BCF4-BBF6F4121132}" dt="2025-01-08T00:19:28.554" v="2918" actId="14100"/>
        <pc:sldMkLst>
          <pc:docMk/>
          <pc:sldMk cId="2965738359" sldId="392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767022144" sldId="393"/>
        </pc:sldMkLst>
      </pc:sldChg>
      <pc:sldChg chg="addSp delSp modSp add mod">
        <pc:chgData name="Barry DeCicco" userId="231b5c4729589eb9" providerId="LiveId" clId="{562B512D-DF2A-4D3E-BCF4-BBF6F4121132}" dt="2025-01-08T00:22:04.758" v="3006" actId="1076"/>
        <pc:sldMkLst>
          <pc:docMk/>
          <pc:sldMk cId="1325763230" sldId="393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1868095730" sldId="394"/>
        </pc:sldMkLst>
      </pc:sldChg>
      <pc:sldChg chg="addSp modSp add mod chgLayout">
        <pc:chgData name="Barry DeCicco" userId="231b5c4729589eb9" providerId="LiveId" clId="{562B512D-DF2A-4D3E-BCF4-BBF6F4121132}" dt="2025-01-08T00:33:27.370" v="3156" actId="20577"/>
        <pc:sldMkLst>
          <pc:docMk/>
          <pc:sldMk cId="2246318657" sldId="394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3939269708" sldId="395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779452578" sldId="396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234804488" sldId="397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3860999966" sldId="398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697419365" sldId="399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90522450" sldId="400"/>
        </pc:sldMkLst>
      </pc:sldChg>
      <pc:sldChg chg="del">
        <pc:chgData name="Barry DeCicco" userId="231b5c4729589eb9" providerId="LiveId" clId="{562B512D-DF2A-4D3E-BCF4-BBF6F4121132}" dt="2025-01-07T22:48:04.567" v="567" actId="2696"/>
        <pc:sldMkLst>
          <pc:docMk/>
          <pc:sldMk cId="1473548479" sldId="401"/>
        </pc:sldMkLst>
      </pc:sldChg>
    </pc:docChg>
  </pc:docChgLst>
  <pc:docChgLst>
    <pc:chgData name="Barry DeCicco" userId="231b5c4729589eb9" providerId="LiveId" clId="{275685A7-33E6-4E0F-932A-953BC87964A9}"/>
    <pc:docChg chg="undo custSel addSld delSld modSld sldOrd addSection modSection">
      <pc:chgData name="Barry DeCicco" userId="231b5c4729589eb9" providerId="LiveId" clId="{275685A7-33E6-4E0F-932A-953BC87964A9}" dt="2025-04-29T19:49:31.115" v="1494" actId="14100"/>
      <pc:docMkLst>
        <pc:docMk/>
      </pc:docMkLst>
      <pc:sldChg chg="mod modShow">
        <pc:chgData name="Barry DeCicco" userId="231b5c4729589eb9" providerId="LiveId" clId="{275685A7-33E6-4E0F-932A-953BC87964A9}" dt="2025-04-29T19:45:09.945" v="1415" actId="729"/>
        <pc:sldMkLst>
          <pc:docMk/>
          <pc:sldMk cId="3267468516" sldId="302"/>
        </pc:sldMkLst>
      </pc:sldChg>
      <pc:sldChg chg="del">
        <pc:chgData name="Barry DeCicco" userId="231b5c4729589eb9" providerId="LiveId" clId="{275685A7-33E6-4E0F-932A-953BC87964A9}" dt="2025-04-29T19:25:19.828" v="6" actId="2696"/>
        <pc:sldMkLst>
          <pc:docMk/>
          <pc:sldMk cId="3339752925" sldId="333"/>
        </pc:sldMkLst>
      </pc:sldChg>
      <pc:sldChg chg="mod modShow">
        <pc:chgData name="Barry DeCicco" userId="231b5c4729589eb9" providerId="LiveId" clId="{275685A7-33E6-4E0F-932A-953BC87964A9}" dt="2025-04-29T19:48:47.441" v="1416" actId="729"/>
        <pc:sldMkLst>
          <pc:docMk/>
          <pc:sldMk cId="1973790731" sldId="380"/>
        </pc:sldMkLst>
      </pc:sldChg>
      <pc:sldChg chg="modSp mod">
        <pc:chgData name="Barry DeCicco" userId="231b5c4729589eb9" providerId="LiveId" clId="{275685A7-33E6-4E0F-932A-953BC87964A9}" dt="2025-04-29T19:49:31.115" v="1494" actId="14100"/>
        <pc:sldMkLst>
          <pc:docMk/>
          <pc:sldMk cId="18062266" sldId="381"/>
        </pc:sldMkLst>
        <pc:spChg chg="mod">
          <ac:chgData name="Barry DeCicco" userId="231b5c4729589eb9" providerId="LiveId" clId="{275685A7-33E6-4E0F-932A-953BC87964A9}" dt="2025-04-29T19:49:31.115" v="1494" actId="14100"/>
          <ac:spMkLst>
            <pc:docMk/>
            <pc:sldMk cId="18062266" sldId="381"/>
            <ac:spMk id="5" creationId="{3F2FCDAB-4C9C-17CF-7585-0BE8ED81E7CC}"/>
          </ac:spMkLst>
        </pc:spChg>
      </pc:sldChg>
      <pc:sldChg chg="del ord">
        <pc:chgData name="Barry DeCicco" userId="231b5c4729589eb9" providerId="LiveId" clId="{275685A7-33E6-4E0F-932A-953BC87964A9}" dt="2025-04-29T17:58:37.404" v="2" actId="2696"/>
        <pc:sldMkLst>
          <pc:docMk/>
          <pc:sldMk cId="3393661075" sldId="385"/>
        </pc:sldMkLst>
      </pc:sldChg>
      <pc:sldChg chg="modSp mod">
        <pc:chgData name="Barry DeCicco" userId="231b5c4729589eb9" providerId="LiveId" clId="{275685A7-33E6-4E0F-932A-953BC87964A9}" dt="2025-04-29T19:25:02.725" v="4" actId="1076"/>
        <pc:sldMkLst>
          <pc:docMk/>
          <pc:sldMk cId="316543188" sldId="387"/>
        </pc:sldMkLst>
        <pc:spChg chg="mod">
          <ac:chgData name="Barry DeCicco" userId="231b5c4729589eb9" providerId="LiveId" clId="{275685A7-33E6-4E0F-932A-953BC87964A9}" dt="2025-04-29T19:25:02.725" v="4" actId="1076"/>
          <ac:spMkLst>
            <pc:docMk/>
            <pc:sldMk cId="316543188" sldId="387"/>
            <ac:spMk id="2" creationId="{14E29857-ADBC-D0C7-FA95-B20CB0F82DF4}"/>
          </ac:spMkLst>
        </pc:spChg>
      </pc:sldChg>
      <pc:sldChg chg="addSp modSp add mod">
        <pc:chgData name="Barry DeCicco" userId="231b5c4729589eb9" providerId="LiveId" clId="{275685A7-33E6-4E0F-932A-953BC87964A9}" dt="2025-04-29T19:26:18.974" v="23" actId="113"/>
        <pc:sldMkLst>
          <pc:docMk/>
          <pc:sldMk cId="4197300085" sldId="388"/>
        </pc:sldMkLst>
        <pc:spChg chg="mod">
          <ac:chgData name="Barry DeCicco" userId="231b5c4729589eb9" providerId="LiveId" clId="{275685A7-33E6-4E0F-932A-953BC87964A9}" dt="2025-04-29T19:25:36.641" v="15" actId="20577"/>
          <ac:spMkLst>
            <pc:docMk/>
            <pc:sldMk cId="4197300085" sldId="388"/>
            <ac:spMk id="2" creationId="{C2D3C58A-A89F-4297-7282-B76D5E38CA9F}"/>
          </ac:spMkLst>
        </pc:spChg>
        <pc:spChg chg="add mod">
          <ac:chgData name="Barry DeCicco" userId="231b5c4729589eb9" providerId="LiveId" clId="{275685A7-33E6-4E0F-932A-953BC87964A9}" dt="2025-04-29T19:26:18.974" v="23" actId="113"/>
          <ac:spMkLst>
            <pc:docMk/>
            <pc:sldMk cId="4197300085" sldId="388"/>
            <ac:spMk id="3" creationId="{27A5BE02-AAA2-CFE2-9EC9-624B059985B4}"/>
          </ac:spMkLst>
        </pc:spChg>
      </pc:sldChg>
      <pc:sldChg chg="modSp add mod">
        <pc:chgData name="Barry DeCicco" userId="231b5c4729589eb9" providerId="LiveId" clId="{275685A7-33E6-4E0F-932A-953BC87964A9}" dt="2025-04-29T19:26:54.027" v="35"/>
        <pc:sldMkLst>
          <pc:docMk/>
          <pc:sldMk cId="2937208413" sldId="389"/>
        </pc:sldMkLst>
        <pc:spChg chg="mod">
          <ac:chgData name="Barry DeCicco" userId="231b5c4729589eb9" providerId="LiveId" clId="{275685A7-33E6-4E0F-932A-953BC87964A9}" dt="2025-04-29T19:26:31.868" v="33" actId="20577"/>
          <ac:spMkLst>
            <pc:docMk/>
            <pc:sldMk cId="2937208413" sldId="389"/>
            <ac:spMk id="2" creationId="{1186D279-1EBA-8109-D67A-F3AE59CFD905}"/>
          </ac:spMkLst>
        </pc:spChg>
        <pc:spChg chg="mod">
          <ac:chgData name="Barry DeCicco" userId="231b5c4729589eb9" providerId="LiveId" clId="{275685A7-33E6-4E0F-932A-953BC87964A9}" dt="2025-04-29T19:26:54.027" v="35"/>
          <ac:spMkLst>
            <pc:docMk/>
            <pc:sldMk cId="2937208413" sldId="389"/>
            <ac:spMk id="3" creationId="{E8FBA61B-B297-3144-BE16-70853E6EA5B0}"/>
          </ac:spMkLst>
        </pc:spChg>
      </pc:sldChg>
      <pc:sldChg chg="modSp add mod">
        <pc:chgData name="Barry DeCicco" userId="231b5c4729589eb9" providerId="LiveId" clId="{275685A7-33E6-4E0F-932A-953BC87964A9}" dt="2025-04-29T19:28:38.779" v="51"/>
        <pc:sldMkLst>
          <pc:docMk/>
          <pc:sldMk cId="2790688627" sldId="390"/>
        </pc:sldMkLst>
        <pc:spChg chg="mod">
          <ac:chgData name="Barry DeCicco" userId="231b5c4729589eb9" providerId="LiveId" clId="{275685A7-33E6-4E0F-932A-953BC87964A9}" dt="2025-04-29T19:28:12.346" v="48" actId="20577"/>
          <ac:spMkLst>
            <pc:docMk/>
            <pc:sldMk cId="2790688627" sldId="390"/>
            <ac:spMk id="2" creationId="{FB326841-108F-0734-1C5F-3D6BB5777FC4}"/>
          </ac:spMkLst>
        </pc:spChg>
        <pc:spChg chg="mod">
          <ac:chgData name="Barry DeCicco" userId="231b5c4729589eb9" providerId="LiveId" clId="{275685A7-33E6-4E0F-932A-953BC87964A9}" dt="2025-04-29T19:28:38.779" v="51"/>
          <ac:spMkLst>
            <pc:docMk/>
            <pc:sldMk cId="2790688627" sldId="390"/>
            <ac:spMk id="3" creationId="{5861A3ED-083F-C840-09A4-4B51904ABDEE}"/>
          </ac:spMkLst>
        </pc:spChg>
      </pc:sldChg>
      <pc:sldChg chg="modSp add mod">
        <pc:chgData name="Barry DeCicco" userId="231b5c4729589eb9" providerId="LiveId" clId="{275685A7-33E6-4E0F-932A-953BC87964A9}" dt="2025-04-29T19:29:10.334" v="62"/>
        <pc:sldMkLst>
          <pc:docMk/>
          <pc:sldMk cId="3058100033" sldId="391"/>
        </pc:sldMkLst>
        <pc:spChg chg="mod">
          <ac:chgData name="Barry DeCicco" userId="231b5c4729589eb9" providerId="LiveId" clId="{275685A7-33E6-4E0F-932A-953BC87964A9}" dt="2025-04-29T19:28:48.306" v="60" actId="20577"/>
          <ac:spMkLst>
            <pc:docMk/>
            <pc:sldMk cId="3058100033" sldId="391"/>
            <ac:spMk id="2" creationId="{1DB92F96-E8C6-26EE-05C7-6F537A0CF758}"/>
          </ac:spMkLst>
        </pc:spChg>
        <pc:spChg chg="mod">
          <ac:chgData name="Barry DeCicco" userId="231b5c4729589eb9" providerId="LiveId" clId="{275685A7-33E6-4E0F-932A-953BC87964A9}" dt="2025-04-29T19:29:10.334" v="62"/>
          <ac:spMkLst>
            <pc:docMk/>
            <pc:sldMk cId="3058100033" sldId="391"/>
            <ac:spMk id="3" creationId="{9D30A661-B3E8-9CA6-C258-B593E155D312}"/>
          </ac:spMkLst>
        </pc:spChg>
      </pc:sldChg>
      <pc:sldChg chg="modSp add mod ord">
        <pc:chgData name="Barry DeCicco" userId="231b5c4729589eb9" providerId="LiveId" clId="{275685A7-33E6-4E0F-932A-953BC87964A9}" dt="2025-04-29T19:36:35.915" v="804" actId="6549"/>
        <pc:sldMkLst>
          <pc:docMk/>
          <pc:sldMk cId="2025211151" sldId="392"/>
        </pc:sldMkLst>
        <pc:spChg chg="mod">
          <ac:chgData name="Barry DeCicco" userId="231b5c4729589eb9" providerId="LiveId" clId="{275685A7-33E6-4E0F-932A-953BC87964A9}" dt="2025-04-29T19:30:00.361" v="111" actId="20577"/>
          <ac:spMkLst>
            <pc:docMk/>
            <pc:sldMk cId="2025211151" sldId="392"/>
            <ac:spMk id="2" creationId="{B7303EED-A656-D782-8406-809F302BE0B9}"/>
          </ac:spMkLst>
        </pc:spChg>
        <pc:spChg chg="mod">
          <ac:chgData name="Barry DeCicco" userId="231b5c4729589eb9" providerId="LiveId" clId="{275685A7-33E6-4E0F-932A-953BC87964A9}" dt="2025-04-29T19:36:35.915" v="804" actId="6549"/>
          <ac:spMkLst>
            <pc:docMk/>
            <pc:sldMk cId="2025211151" sldId="392"/>
            <ac:spMk id="3" creationId="{A1376013-01DE-FA75-6BAA-E3091D700D50}"/>
          </ac:spMkLst>
        </pc:spChg>
      </pc:sldChg>
      <pc:sldChg chg="modSp add mod">
        <pc:chgData name="Barry DeCicco" userId="231b5c4729589eb9" providerId="LiveId" clId="{275685A7-33E6-4E0F-932A-953BC87964A9}" dt="2025-04-29T19:36:23.900" v="803" actId="14100"/>
        <pc:sldMkLst>
          <pc:docMk/>
          <pc:sldMk cId="430121015" sldId="393"/>
        </pc:sldMkLst>
        <pc:spChg chg="mod">
          <ac:chgData name="Barry DeCicco" userId="231b5c4729589eb9" providerId="LiveId" clId="{275685A7-33E6-4E0F-932A-953BC87964A9}" dt="2025-04-29T19:36:23.900" v="803" actId="14100"/>
          <ac:spMkLst>
            <pc:docMk/>
            <pc:sldMk cId="430121015" sldId="393"/>
            <ac:spMk id="3" creationId="{887D9904-AA0F-E858-D83B-79C7B1A5D774}"/>
          </ac:spMkLst>
        </pc:spChg>
      </pc:sldChg>
      <pc:sldChg chg="modSp add mod">
        <pc:chgData name="Barry DeCicco" userId="231b5c4729589eb9" providerId="LiveId" clId="{275685A7-33E6-4E0F-932A-953BC87964A9}" dt="2025-04-29T19:37:59.641" v="1112" actId="20577"/>
        <pc:sldMkLst>
          <pc:docMk/>
          <pc:sldMk cId="4173845947" sldId="394"/>
        </pc:sldMkLst>
        <pc:spChg chg="mod">
          <ac:chgData name="Barry DeCicco" userId="231b5c4729589eb9" providerId="LiveId" clId="{275685A7-33E6-4E0F-932A-953BC87964A9}" dt="2025-04-29T19:36:51.669" v="831" actId="20577"/>
          <ac:spMkLst>
            <pc:docMk/>
            <pc:sldMk cId="4173845947" sldId="394"/>
            <ac:spMk id="2" creationId="{5EF4C940-3BC5-4D48-76EE-2D884770F414}"/>
          </ac:spMkLst>
        </pc:spChg>
        <pc:spChg chg="mod">
          <ac:chgData name="Barry DeCicco" userId="231b5c4729589eb9" providerId="LiveId" clId="{275685A7-33E6-4E0F-932A-953BC87964A9}" dt="2025-04-29T19:37:59.641" v="1112" actId="20577"/>
          <ac:spMkLst>
            <pc:docMk/>
            <pc:sldMk cId="4173845947" sldId="394"/>
            <ac:spMk id="3" creationId="{9EB05211-9BF0-46B7-A14D-00D40DFBA6E4}"/>
          </ac:spMkLst>
        </pc:spChg>
      </pc:sldChg>
      <pc:sldChg chg="modSp add mod">
        <pc:chgData name="Barry DeCicco" userId="231b5c4729589eb9" providerId="LiveId" clId="{275685A7-33E6-4E0F-932A-953BC87964A9}" dt="2025-04-29T19:40:17.662" v="1414" actId="20577"/>
        <pc:sldMkLst>
          <pc:docMk/>
          <pc:sldMk cId="1312284847" sldId="395"/>
        </pc:sldMkLst>
        <pc:spChg chg="mod">
          <ac:chgData name="Barry DeCicco" userId="231b5c4729589eb9" providerId="LiveId" clId="{275685A7-33E6-4E0F-932A-953BC87964A9}" dt="2025-04-29T19:38:25.478" v="1119" actId="20577"/>
          <ac:spMkLst>
            <pc:docMk/>
            <pc:sldMk cId="1312284847" sldId="395"/>
            <ac:spMk id="2" creationId="{F7C36E3A-C957-4E66-FA71-C7E289B3BCE8}"/>
          </ac:spMkLst>
        </pc:spChg>
        <pc:spChg chg="mod">
          <ac:chgData name="Barry DeCicco" userId="231b5c4729589eb9" providerId="LiveId" clId="{275685A7-33E6-4E0F-932A-953BC87964A9}" dt="2025-04-29T19:40:17.662" v="1414" actId="20577"/>
          <ac:spMkLst>
            <pc:docMk/>
            <pc:sldMk cId="1312284847" sldId="395"/>
            <ac:spMk id="3" creationId="{43E831B6-CA72-76DB-71E8-0EF2275095AF}"/>
          </ac:spMkLst>
        </pc:spChg>
      </pc:sldChg>
    </pc:docChg>
  </pc:docChgLst>
  <pc:docChgLst>
    <pc:chgData name="Barry DeCicco" userId="231b5c4729589eb9" providerId="LiveId" clId="{B26889EA-0BFE-4DE7-897C-77A466A8C7D6}"/>
    <pc:docChg chg="undo custSel addSld delSld modSld sldOrd addSection delSection modSection">
      <pc:chgData name="Barry DeCicco" userId="231b5c4729589eb9" providerId="LiveId" clId="{B26889EA-0BFE-4DE7-897C-77A466A8C7D6}" dt="2025-04-29T16:49:13.297" v="3191" actId="2696"/>
      <pc:docMkLst>
        <pc:docMk/>
      </pc:docMkLst>
      <pc:sldChg chg="modSp mod">
        <pc:chgData name="Barry DeCicco" userId="231b5c4729589eb9" providerId="LiveId" clId="{B26889EA-0BFE-4DE7-897C-77A466A8C7D6}" dt="2025-04-26T21:07:44.543" v="124" actId="20577"/>
        <pc:sldMkLst>
          <pc:docMk/>
          <pc:sldMk cId="3872236964" sldId="256"/>
        </pc:sldMkLst>
        <pc:spChg chg="mod">
          <ac:chgData name="Barry DeCicco" userId="231b5c4729589eb9" providerId="LiveId" clId="{B26889EA-0BFE-4DE7-897C-77A466A8C7D6}" dt="2025-04-26T21:07:34.705" v="115" actId="1076"/>
          <ac:spMkLst>
            <pc:docMk/>
            <pc:sldMk cId="3872236964" sldId="256"/>
            <ac:spMk id="2" creationId="{00000000-0000-0000-0000-000000000000}"/>
          </ac:spMkLst>
        </pc:spChg>
        <pc:spChg chg="mod">
          <ac:chgData name="Barry DeCicco" userId="231b5c4729589eb9" providerId="LiveId" clId="{B26889EA-0BFE-4DE7-897C-77A466A8C7D6}" dt="2025-04-26T21:07:44.543" v="124" actId="20577"/>
          <ac:spMkLst>
            <pc:docMk/>
            <pc:sldMk cId="3872236964" sldId="256"/>
            <ac:spMk id="3" creationId="{00000000-0000-0000-0000-000000000000}"/>
          </ac:spMkLst>
        </pc:spChg>
      </pc:sldChg>
      <pc:sldChg chg="modSp mod">
        <pc:chgData name="Barry DeCicco" userId="231b5c4729589eb9" providerId="LiveId" clId="{B26889EA-0BFE-4DE7-897C-77A466A8C7D6}" dt="2025-04-26T21:13:21.936" v="186" actId="20577"/>
        <pc:sldMkLst>
          <pc:docMk/>
          <pc:sldMk cId="3267468516" sldId="302"/>
        </pc:sldMkLst>
        <pc:spChg chg="mod">
          <ac:chgData name="Barry DeCicco" userId="231b5c4729589eb9" providerId="LiveId" clId="{B26889EA-0BFE-4DE7-897C-77A466A8C7D6}" dt="2025-04-26T21:13:21.936" v="186" actId="20577"/>
          <ac:spMkLst>
            <pc:docMk/>
            <pc:sldMk cId="3267468516" sldId="302"/>
            <ac:spMk id="3" creationId="{00000000-0000-0000-0000-000000000000}"/>
          </ac:spMkLst>
        </pc:spChg>
      </pc:sldChg>
      <pc:sldChg chg="addSp delSp modSp add del mod">
        <pc:chgData name="Barry DeCicco" userId="231b5c4729589eb9" providerId="LiveId" clId="{B26889EA-0BFE-4DE7-897C-77A466A8C7D6}" dt="2025-04-26T22:42:37.589" v="777" actId="207"/>
        <pc:sldMkLst>
          <pc:docMk/>
          <pc:sldMk cId="3339752925" sldId="333"/>
        </pc:sldMkLst>
      </pc:sldChg>
      <pc:sldChg chg="add del">
        <pc:chgData name="Barry DeCicco" userId="231b5c4729589eb9" providerId="LiveId" clId="{B26889EA-0BFE-4DE7-897C-77A466A8C7D6}" dt="2025-04-26T21:08:43.516" v="140" actId="47"/>
        <pc:sldMkLst>
          <pc:docMk/>
          <pc:sldMk cId="3320710068" sldId="369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834755682" sldId="370"/>
        </pc:sldMkLst>
      </pc:sldChg>
      <pc:sldChg chg="modSp add mod ord">
        <pc:chgData name="Barry DeCicco" userId="231b5c4729589eb9" providerId="LiveId" clId="{B26889EA-0BFE-4DE7-897C-77A466A8C7D6}" dt="2025-04-27T15:10:38.029" v="1700" actId="20577"/>
        <pc:sldMkLst>
          <pc:docMk/>
          <pc:sldMk cId="2830843084" sldId="370"/>
        </pc:sldMkLst>
        <pc:spChg chg="mod">
          <ac:chgData name="Barry DeCicco" userId="231b5c4729589eb9" providerId="LiveId" clId="{B26889EA-0BFE-4DE7-897C-77A466A8C7D6}" dt="2025-04-26T21:27:53.884" v="528" actId="20577"/>
          <ac:spMkLst>
            <pc:docMk/>
            <pc:sldMk cId="2830843084" sldId="370"/>
            <ac:spMk id="2" creationId="{6F589F4F-EC61-22CF-8CC0-6A0F7DB1AF27}"/>
          </ac:spMkLst>
        </pc:spChg>
        <pc:spChg chg="mod">
          <ac:chgData name="Barry DeCicco" userId="231b5c4729589eb9" providerId="LiveId" clId="{B26889EA-0BFE-4DE7-897C-77A466A8C7D6}" dt="2025-04-27T15:10:38.029" v="1700" actId="20577"/>
          <ac:spMkLst>
            <pc:docMk/>
            <pc:sldMk cId="2830843084" sldId="370"/>
            <ac:spMk id="3" creationId="{71EB4A65-5C6E-00F6-4DB8-DDE390468134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592905283" sldId="371"/>
        </pc:sldMkLst>
      </pc:sldChg>
      <pc:sldChg chg="modSp add mod ord">
        <pc:chgData name="Barry DeCicco" userId="231b5c4729589eb9" providerId="LiveId" clId="{B26889EA-0BFE-4DE7-897C-77A466A8C7D6}" dt="2025-04-26T21:27:35.181" v="501"/>
        <pc:sldMkLst>
          <pc:docMk/>
          <pc:sldMk cId="4054377731" sldId="371"/>
        </pc:sldMkLst>
        <pc:spChg chg="mod">
          <ac:chgData name="Barry DeCicco" userId="231b5c4729589eb9" providerId="LiveId" clId="{B26889EA-0BFE-4DE7-897C-77A466A8C7D6}" dt="2025-04-26T21:19:53.613" v="315" actId="20577"/>
          <ac:spMkLst>
            <pc:docMk/>
            <pc:sldMk cId="4054377731" sldId="371"/>
            <ac:spMk id="2" creationId="{47281F95-CA4B-C8D9-5D65-234136FB4CEA}"/>
          </ac:spMkLst>
        </pc:spChg>
        <pc:spChg chg="mod">
          <ac:chgData name="Barry DeCicco" userId="231b5c4729589eb9" providerId="LiveId" clId="{B26889EA-0BFE-4DE7-897C-77A466A8C7D6}" dt="2025-04-26T21:21:59.502" v="498" actId="20577"/>
          <ac:spMkLst>
            <pc:docMk/>
            <pc:sldMk cId="4054377731" sldId="371"/>
            <ac:spMk id="3" creationId="{F6255473-B77D-C6BE-1346-D981073194EA}"/>
          </ac:spMkLst>
        </pc:spChg>
      </pc:sldChg>
      <pc:sldChg chg="addSp delSp modSp add mod ord">
        <pc:chgData name="Barry DeCicco" userId="231b5c4729589eb9" providerId="LiveId" clId="{B26889EA-0BFE-4DE7-897C-77A466A8C7D6}" dt="2025-04-28T17:48:44.709" v="2379" actId="122"/>
        <pc:sldMkLst>
          <pc:docMk/>
          <pc:sldMk cId="842972087" sldId="372"/>
        </pc:sldMkLst>
        <pc:spChg chg="mod">
          <ac:chgData name="Barry DeCicco" userId="231b5c4729589eb9" providerId="LiveId" clId="{B26889EA-0BFE-4DE7-897C-77A466A8C7D6}" dt="2025-04-28T17:46:31.714" v="2335" actId="20577"/>
          <ac:spMkLst>
            <pc:docMk/>
            <pc:sldMk cId="842972087" sldId="372"/>
            <ac:spMk id="2" creationId="{CE059975-8C7E-0DBA-4DEE-72853BE68636}"/>
          </ac:spMkLst>
        </pc:spChg>
        <pc:spChg chg="add del mod">
          <ac:chgData name="Barry DeCicco" userId="231b5c4729589eb9" providerId="LiveId" clId="{B26889EA-0BFE-4DE7-897C-77A466A8C7D6}" dt="2025-04-28T17:48:44.709" v="2379" actId="122"/>
          <ac:spMkLst>
            <pc:docMk/>
            <pc:sldMk cId="842972087" sldId="372"/>
            <ac:spMk id="3" creationId="{5A588B75-B81D-2253-761C-44511B35FBD0}"/>
          </ac:spMkLst>
        </pc:spChg>
        <pc:spChg chg="add del mod">
          <ac:chgData name="Barry DeCicco" userId="231b5c4729589eb9" providerId="LiveId" clId="{B26889EA-0BFE-4DE7-897C-77A466A8C7D6}" dt="2025-04-28T17:47:36.917" v="2347" actId="478"/>
          <ac:spMkLst>
            <pc:docMk/>
            <pc:sldMk cId="842972087" sldId="372"/>
            <ac:spMk id="5" creationId="{EFEDB469-B0CD-52F4-8C3A-5A2AFE96C6E9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3501071687" sldId="372"/>
        </pc:sldMkLst>
      </pc:sldChg>
      <pc:sldChg chg="modSp add mod">
        <pc:chgData name="Barry DeCicco" userId="231b5c4729589eb9" providerId="LiveId" clId="{B26889EA-0BFE-4DE7-897C-77A466A8C7D6}" dt="2025-04-28T15:24:46.499" v="1923" actId="20577"/>
        <pc:sldMkLst>
          <pc:docMk/>
          <pc:sldMk cId="3134583508" sldId="373"/>
        </pc:sldMkLst>
        <pc:spChg chg="mod">
          <ac:chgData name="Barry DeCicco" userId="231b5c4729589eb9" providerId="LiveId" clId="{B26889EA-0BFE-4DE7-897C-77A466A8C7D6}" dt="2025-04-26T22:43:20.547" v="810" actId="6549"/>
          <ac:spMkLst>
            <pc:docMk/>
            <pc:sldMk cId="3134583508" sldId="373"/>
            <ac:spMk id="2" creationId="{FAD16696-3427-9A37-B212-76215FB7010F}"/>
          </ac:spMkLst>
        </pc:spChg>
        <pc:spChg chg="mod">
          <ac:chgData name="Barry DeCicco" userId="231b5c4729589eb9" providerId="LiveId" clId="{B26889EA-0BFE-4DE7-897C-77A466A8C7D6}" dt="2025-04-28T15:24:46.499" v="1923" actId="20577"/>
          <ac:spMkLst>
            <pc:docMk/>
            <pc:sldMk cId="3134583508" sldId="373"/>
            <ac:spMk id="3" creationId="{3DCABF94-74AE-5AAC-A432-E572C91CE818}"/>
          </ac:spMkLst>
        </pc:spChg>
      </pc:sldChg>
      <pc:sldChg chg="modSp add mod">
        <pc:chgData name="Barry DeCicco" userId="231b5c4729589eb9" providerId="LiveId" clId="{B26889EA-0BFE-4DE7-897C-77A466A8C7D6}" dt="2025-04-26T22:47:45.194" v="1347" actId="20577"/>
        <pc:sldMkLst>
          <pc:docMk/>
          <pc:sldMk cId="1944353576" sldId="374"/>
        </pc:sldMkLst>
        <pc:spChg chg="mod">
          <ac:chgData name="Barry DeCicco" userId="231b5c4729589eb9" providerId="LiveId" clId="{B26889EA-0BFE-4DE7-897C-77A466A8C7D6}" dt="2025-04-26T22:46:12.135" v="1090" actId="20577"/>
          <ac:spMkLst>
            <pc:docMk/>
            <pc:sldMk cId="1944353576" sldId="374"/>
            <ac:spMk id="2" creationId="{2D7E3E16-A545-F103-CA74-12DD8D4DD738}"/>
          </ac:spMkLst>
        </pc:spChg>
        <pc:spChg chg="mod">
          <ac:chgData name="Barry DeCicco" userId="231b5c4729589eb9" providerId="LiveId" clId="{B26889EA-0BFE-4DE7-897C-77A466A8C7D6}" dt="2025-04-26T22:47:45.194" v="1347" actId="20577"/>
          <ac:spMkLst>
            <pc:docMk/>
            <pc:sldMk cId="1944353576" sldId="374"/>
            <ac:spMk id="3" creationId="{451C8FF2-4984-3EEA-73C0-DF83D47C2D1F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3798976537" sldId="374"/>
        </pc:sldMkLst>
      </pc:sldChg>
      <pc:sldChg chg="modSp add mod">
        <pc:chgData name="Barry DeCicco" userId="231b5c4729589eb9" providerId="LiveId" clId="{B26889EA-0BFE-4DE7-897C-77A466A8C7D6}" dt="2025-04-28T17:56:06.638" v="2436" actId="14100"/>
        <pc:sldMkLst>
          <pc:docMk/>
          <pc:sldMk cId="515535526" sldId="375"/>
        </pc:sldMkLst>
        <pc:spChg chg="mod">
          <ac:chgData name="Barry DeCicco" userId="231b5c4729589eb9" providerId="LiveId" clId="{B26889EA-0BFE-4DE7-897C-77A466A8C7D6}" dt="2025-04-28T17:51:00.828" v="2408" actId="20577"/>
          <ac:spMkLst>
            <pc:docMk/>
            <pc:sldMk cId="515535526" sldId="375"/>
            <ac:spMk id="2" creationId="{8337B9F1-A405-FC0D-B8F1-C96938FE8942}"/>
          </ac:spMkLst>
        </pc:spChg>
        <pc:spChg chg="mod">
          <ac:chgData name="Barry DeCicco" userId="231b5c4729589eb9" providerId="LiveId" clId="{B26889EA-0BFE-4DE7-897C-77A466A8C7D6}" dt="2025-04-28T17:56:06.638" v="2436" actId="14100"/>
          <ac:spMkLst>
            <pc:docMk/>
            <pc:sldMk cId="515535526" sldId="375"/>
            <ac:spMk id="3" creationId="{75C109DD-DA32-3DA8-2082-D959C2FE3A43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666574086" sldId="375"/>
        </pc:sldMkLst>
      </pc:sldChg>
      <pc:sldChg chg="modSp add mod">
        <pc:chgData name="Barry DeCicco" userId="231b5c4729589eb9" providerId="LiveId" clId="{B26889EA-0BFE-4DE7-897C-77A466A8C7D6}" dt="2025-04-28T17:04:27.693" v="2299" actId="20577"/>
        <pc:sldMkLst>
          <pc:docMk/>
          <pc:sldMk cId="770441908" sldId="376"/>
        </pc:sldMkLst>
        <pc:spChg chg="mod">
          <ac:chgData name="Barry DeCicco" userId="231b5c4729589eb9" providerId="LiveId" clId="{B26889EA-0BFE-4DE7-897C-77A466A8C7D6}" dt="2025-04-28T15:47:05.762" v="2086" actId="20577"/>
          <ac:spMkLst>
            <pc:docMk/>
            <pc:sldMk cId="770441908" sldId="376"/>
            <ac:spMk id="2" creationId="{8DDA7E29-9380-AEAA-1B81-56F85A391DF0}"/>
          </ac:spMkLst>
        </pc:spChg>
        <pc:spChg chg="mod">
          <ac:chgData name="Barry DeCicco" userId="231b5c4729589eb9" providerId="LiveId" clId="{B26889EA-0BFE-4DE7-897C-77A466A8C7D6}" dt="2025-04-28T17:04:27.693" v="2299" actId="20577"/>
          <ac:spMkLst>
            <pc:docMk/>
            <pc:sldMk cId="770441908" sldId="376"/>
            <ac:spMk id="3" creationId="{6AE34BA3-B9EB-0775-F3B4-0601BA948AAB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3672393400" sldId="376"/>
        </pc:sldMkLst>
      </pc:sldChg>
      <pc:sldChg chg="modSp add mod">
        <pc:chgData name="Barry DeCicco" userId="231b5c4729589eb9" providerId="LiveId" clId="{B26889EA-0BFE-4DE7-897C-77A466A8C7D6}" dt="2025-04-28T15:25:40.357" v="2055" actId="20577"/>
        <pc:sldMkLst>
          <pc:docMk/>
          <pc:sldMk cId="41976229" sldId="377"/>
        </pc:sldMkLst>
        <pc:spChg chg="mod">
          <ac:chgData name="Barry DeCicco" userId="231b5c4729589eb9" providerId="LiveId" clId="{B26889EA-0BFE-4DE7-897C-77A466A8C7D6}" dt="2025-04-27T15:21:46.494" v="1707" actId="20577"/>
          <ac:spMkLst>
            <pc:docMk/>
            <pc:sldMk cId="41976229" sldId="377"/>
            <ac:spMk id="2" creationId="{C9E6C2CD-2838-EEF4-96E0-7C650EC3788E}"/>
          </ac:spMkLst>
        </pc:spChg>
        <pc:spChg chg="mod">
          <ac:chgData name="Barry DeCicco" userId="231b5c4729589eb9" providerId="LiveId" clId="{B26889EA-0BFE-4DE7-897C-77A466A8C7D6}" dt="2025-04-28T15:25:40.357" v="2055" actId="20577"/>
          <ac:spMkLst>
            <pc:docMk/>
            <pc:sldMk cId="41976229" sldId="377"/>
            <ac:spMk id="3" creationId="{7A089A12-B92B-8D10-3482-DFB903E33488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373206062" sldId="377"/>
        </pc:sldMkLst>
      </pc:sldChg>
      <pc:sldChg chg="addSp delSp modSp add mod">
        <pc:chgData name="Barry DeCicco" userId="231b5c4729589eb9" providerId="LiveId" clId="{B26889EA-0BFE-4DE7-897C-77A466A8C7D6}" dt="2025-04-28T17:50:14.668" v="2398" actId="1076"/>
        <pc:sldMkLst>
          <pc:docMk/>
          <pc:sldMk cId="857836847" sldId="378"/>
        </pc:sldMkLst>
        <pc:spChg chg="mod">
          <ac:chgData name="Barry DeCicco" userId="231b5c4729589eb9" providerId="LiveId" clId="{B26889EA-0BFE-4DE7-897C-77A466A8C7D6}" dt="2025-04-28T17:49:39.507" v="2387" actId="20577"/>
          <ac:spMkLst>
            <pc:docMk/>
            <pc:sldMk cId="857836847" sldId="378"/>
            <ac:spMk id="2" creationId="{4FD405D0-13AF-7D9A-0728-AAE191A509D7}"/>
          </ac:spMkLst>
        </pc:spChg>
        <pc:spChg chg="del mod">
          <ac:chgData name="Barry DeCicco" userId="231b5c4729589eb9" providerId="LiveId" clId="{B26889EA-0BFE-4DE7-897C-77A466A8C7D6}" dt="2025-04-28T17:50:01.617" v="2389" actId="478"/>
          <ac:spMkLst>
            <pc:docMk/>
            <pc:sldMk cId="857836847" sldId="378"/>
            <ac:spMk id="3" creationId="{4134CC12-4434-5468-E901-CFA9F1BF1B7E}"/>
          </ac:spMkLst>
        </pc:spChg>
        <pc:picChg chg="add mod">
          <ac:chgData name="Barry DeCicco" userId="231b5c4729589eb9" providerId="LiveId" clId="{B26889EA-0BFE-4DE7-897C-77A466A8C7D6}" dt="2025-04-28T17:50:14.668" v="2398" actId="1076"/>
          <ac:picMkLst>
            <pc:docMk/>
            <pc:sldMk cId="857836847" sldId="378"/>
            <ac:picMk id="5" creationId="{BAF4F2BB-FB02-172C-8A51-2F76F6C00DB7}"/>
          </ac:picMkLst>
        </pc:pic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2860380255" sldId="379"/>
        </pc:sldMkLst>
      </pc:sldChg>
      <pc:sldChg chg="addSp delSp modSp add mod">
        <pc:chgData name="Barry DeCicco" userId="231b5c4729589eb9" providerId="LiveId" clId="{B26889EA-0BFE-4DE7-897C-77A466A8C7D6}" dt="2025-04-28T17:57:47.661" v="2449" actId="1076"/>
        <pc:sldMkLst>
          <pc:docMk/>
          <pc:sldMk cId="3766723659" sldId="379"/>
        </pc:sldMkLst>
        <pc:spChg chg="add del mod">
          <ac:chgData name="Barry DeCicco" userId="231b5c4729589eb9" providerId="LiveId" clId="{B26889EA-0BFE-4DE7-897C-77A466A8C7D6}" dt="2025-04-28T17:57:26.842" v="2443" actId="478"/>
          <ac:spMkLst>
            <pc:docMk/>
            <pc:sldMk cId="3766723659" sldId="379"/>
            <ac:spMk id="3" creationId="{6F5659B4-E693-92E3-486E-4840F8725772}"/>
          </ac:spMkLst>
        </pc:spChg>
        <pc:spChg chg="add mod">
          <ac:chgData name="Barry DeCicco" userId="231b5c4729589eb9" providerId="LiveId" clId="{B26889EA-0BFE-4DE7-897C-77A466A8C7D6}" dt="2025-04-28T17:57:22.366" v="2442"/>
          <ac:spMkLst>
            <pc:docMk/>
            <pc:sldMk cId="3766723659" sldId="379"/>
            <ac:spMk id="4" creationId="{F6276B31-EA45-17F4-E2E9-51451EA3E650}"/>
          </ac:spMkLst>
        </pc:spChg>
        <pc:spChg chg="add mod">
          <ac:chgData name="Barry DeCicco" userId="231b5c4729589eb9" providerId="LiveId" clId="{B26889EA-0BFE-4DE7-897C-77A466A8C7D6}" dt="2025-04-28T17:57:47.661" v="2449" actId="1076"/>
          <ac:spMkLst>
            <pc:docMk/>
            <pc:sldMk cId="3766723659" sldId="379"/>
            <ac:spMk id="6" creationId="{75FA0730-E23C-89A4-7967-B01B35B3C187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701967110" sldId="380"/>
        </pc:sldMkLst>
      </pc:sldChg>
      <pc:sldChg chg="modSp add mod">
        <pc:chgData name="Barry DeCicco" userId="231b5c4729589eb9" providerId="LiveId" clId="{B26889EA-0BFE-4DE7-897C-77A466A8C7D6}" dt="2025-04-28T17:58:10.042" v="2452" actId="1076"/>
        <pc:sldMkLst>
          <pc:docMk/>
          <pc:sldMk cId="1973790731" sldId="380"/>
        </pc:sldMkLst>
        <pc:spChg chg="mod">
          <ac:chgData name="Barry DeCicco" userId="231b5c4729589eb9" providerId="LiveId" clId="{B26889EA-0BFE-4DE7-897C-77A466A8C7D6}" dt="2025-04-28T17:58:10.042" v="2452" actId="1076"/>
          <ac:spMkLst>
            <pc:docMk/>
            <pc:sldMk cId="1973790731" sldId="380"/>
            <ac:spMk id="6" creationId="{E451D87F-1B5E-E25E-9CB1-9ED5A3C8A444}"/>
          </ac:spMkLst>
        </pc:spChg>
      </pc:sldChg>
      <pc:sldChg chg="addSp delSp modSp add mod">
        <pc:chgData name="Barry DeCicco" userId="231b5c4729589eb9" providerId="LiveId" clId="{B26889EA-0BFE-4DE7-897C-77A466A8C7D6}" dt="2025-04-28T18:18:24.906" v="2562" actId="113"/>
        <pc:sldMkLst>
          <pc:docMk/>
          <pc:sldMk cId="18062266" sldId="381"/>
        </pc:sldMkLst>
        <pc:spChg chg="add mod">
          <ac:chgData name="Barry DeCicco" userId="231b5c4729589eb9" providerId="LiveId" clId="{B26889EA-0BFE-4DE7-897C-77A466A8C7D6}" dt="2025-04-28T18:11:05.405" v="2479" actId="20577"/>
          <ac:spMkLst>
            <pc:docMk/>
            <pc:sldMk cId="18062266" sldId="381"/>
            <ac:spMk id="4" creationId="{098C16A5-AF6B-542B-A19C-64D5F5310689}"/>
          </ac:spMkLst>
        </pc:spChg>
        <pc:spChg chg="add mod">
          <ac:chgData name="Barry DeCicco" userId="231b5c4729589eb9" providerId="LiveId" clId="{B26889EA-0BFE-4DE7-897C-77A466A8C7D6}" dt="2025-04-28T18:18:24.906" v="2562" actId="113"/>
          <ac:spMkLst>
            <pc:docMk/>
            <pc:sldMk cId="18062266" sldId="381"/>
            <ac:spMk id="5" creationId="{3F2FCDAB-4C9C-17CF-7585-0BE8ED81E7CC}"/>
          </ac:spMkLst>
        </pc:spChg>
        <pc:spChg chg="del mod">
          <ac:chgData name="Barry DeCicco" userId="231b5c4729589eb9" providerId="LiveId" clId="{B26889EA-0BFE-4DE7-897C-77A466A8C7D6}" dt="2025-04-28T18:10:08.632" v="2460" actId="478"/>
          <ac:spMkLst>
            <pc:docMk/>
            <pc:sldMk cId="18062266" sldId="381"/>
            <ac:spMk id="6" creationId="{C4220DC8-DBEA-13FE-1806-EB5E613317FA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3186471867" sldId="381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606759447" sldId="382"/>
        </pc:sldMkLst>
      </pc:sldChg>
      <pc:sldChg chg="addSp delSp modSp add del mod">
        <pc:chgData name="Barry DeCicco" userId="231b5c4729589eb9" providerId="LiveId" clId="{B26889EA-0BFE-4DE7-897C-77A466A8C7D6}" dt="2025-04-28T18:40:02.968" v="2589" actId="2696"/>
        <pc:sldMkLst>
          <pc:docMk/>
          <pc:sldMk cId="2743370445" sldId="382"/>
        </pc:sldMkLst>
        <pc:spChg chg="mod">
          <ac:chgData name="Barry DeCicco" userId="231b5c4729589eb9" providerId="LiveId" clId="{B26889EA-0BFE-4DE7-897C-77A466A8C7D6}" dt="2025-04-28T18:18:36.091" v="2567" actId="20577"/>
          <ac:spMkLst>
            <pc:docMk/>
            <pc:sldMk cId="2743370445" sldId="382"/>
            <ac:spMk id="2" creationId="{11EF645E-FFA8-32E3-80CC-2F7992C6FFC4}"/>
          </ac:spMkLst>
        </pc:spChg>
        <pc:spChg chg="add del mod">
          <ac:chgData name="Barry DeCicco" userId="231b5c4729589eb9" providerId="LiveId" clId="{B26889EA-0BFE-4DE7-897C-77A466A8C7D6}" dt="2025-04-28T18:25:47.517" v="2585" actId="255"/>
          <ac:spMkLst>
            <pc:docMk/>
            <pc:sldMk cId="2743370445" sldId="382"/>
            <ac:spMk id="4" creationId="{2774B5C6-7F73-19BC-6655-52873F48FC35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3565353976" sldId="383"/>
        </pc:sldMkLst>
      </pc:sldChg>
      <pc:sldChg chg="modSp add mod ord">
        <pc:chgData name="Barry DeCicco" userId="231b5c4729589eb9" providerId="LiveId" clId="{B26889EA-0BFE-4DE7-897C-77A466A8C7D6}" dt="2025-04-28T18:42:01.330" v="2966" actId="20577"/>
        <pc:sldMkLst>
          <pc:docMk/>
          <pc:sldMk cId="4091566592" sldId="383"/>
        </pc:sldMkLst>
        <pc:spChg chg="mod">
          <ac:chgData name="Barry DeCicco" userId="231b5c4729589eb9" providerId="LiveId" clId="{B26889EA-0BFE-4DE7-897C-77A466A8C7D6}" dt="2025-04-28T18:40:12.086" v="2593" actId="20577"/>
          <ac:spMkLst>
            <pc:docMk/>
            <pc:sldMk cId="4091566592" sldId="383"/>
            <ac:spMk id="2" creationId="{E6D31924-86A6-97E4-4BD1-0E633BB25950}"/>
          </ac:spMkLst>
        </pc:spChg>
        <pc:spChg chg="mod">
          <ac:chgData name="Barry DeCicco" userId="231b5c4729589eb9" providerId="LiveId" clId="{B26889EA-0BFE-4DE7-897C-77A466A8C7D6}" dt="2025-04-28T18:42:01.330" v="2966" actId="20577"/>
          <ac:spMkLst>
            <pc:docMk/>
            <pc:sldMk cId="4091566592" sldId="383"/>
            <ac:spMk id="3" creationId="{74AB45EE-C39E-E1F8-D928-90CEB73F115C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400476508" sldId="384"/>
        </pc:sldMkLst>
      </pc:sldChg>
      <pc:sldChg chg="modSp add mod">
        <pc:chgData name="Barry DeCicco" userId="231b5c4729589eb9" providerId="LiveId" clId="{B26889EA-0BFE-4DE7-897C-77A466A8C7D6}" dt="2025-04-28T18:48:29.364" v="3116" actId="6549"/>
        <pc:sldMkLst>
          <pc:docMk/>
          <pc:sldMk cId="2126291462" sldId="384"/>
        </pc:sldMkLst>
        <pc:spChg chg="mod">
          <ac:chgData name="Barry DeCicco" userId="231b5c4729589eb9" providerId="LiveId" clId="{B26889EA-0BFE-4DE7-897C-77A466A8C7D6}" dt="2025-04-28T18:45:36.725" v="2974" actId="20577"/>
          <ac:spMkLst>
            <pc:docMk/>
            <pc:sldMk cId="2126291462" sldId="384"/>
            <ac:spMk id="2" creationId="{979F1844-F66A-48F4-1060-B877693D91A7}"/>
          </ac:spMkLst>
        </pc:spChg>
        <pc:spChg chg="mod">
          <ac:chgData name="Barry DeCicco" userId="231b5c4729589eb9" providerId="LiveId" clId="{B26889EA-0BFE-4DE7-897C-77A466A8C7D6}" dt="2025-04-28T18:48:29.364" v="3116" actId="6549"/>
          <ac:spMkLst>
            <pc:docMk/>
            <pc:sldMk cId="2126291462" sldId="384"/>
            <ac:spMk id="3" creationId="{C50CDAA5-D460-4195-9D4D-D5DA5EA775D3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3360124789" sldId="385"/>
        </pc:sldMkLst>
      </pc:sldChg>
      <pc:sldChg chg="add">
        <pc:chgData name="Barry DeCicco" userId="231b5c4729589eb9" providerId="LiveId" clId="{B26889EA-0BFE-4DE7-897C-77A466A8C7D6}" dt="2025-04-28T18:48:37.314" v="3117" actId="2890"/>
        <pc:sldMkLst>
          <pc:docMk/>
          <pc:sldMk cId="3393661075" sldId="385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2943502553" sldId="386"/>
        </pc:sldMkLst>
      </pc:sldChg>
      <pc:sldChg chg="addSp delSp modSp add del mod ord">
        <pc:chgData name="Barry DeCicco" userId="231b5c4729589eb9" providerId="LiveId" clId="{B26889EA-0BFE-4DE7-897C-77A466A8C7D6}" dt="2025-04-29T16:49:13.297" v="3191" actId="2696"/>
        <pc:sldMkLst>
          <pc:docMk/>
          <pc:sldMk cId="3470311463" sldId="386"/>
        </pc:sldMkLst>
        <pc:spChg chg="mod">
          <ac:chgData name="Barry DeCicco" userId="231b5c4729589eb9" providerId="LiveId" clId="{B26889EA-0BFE-4DE7-897C-77A466A8C7D6}" dt="2025-04-29T16:07:11.299" v="3168" actId="20577"/>
          <ac:spMkLst>
            <pc:docMk/>
            <pc:sldMk cId="3470311463" sldId="386"/>
            <ac:spMk id="2" creationId="{423B5209-6170-DF8F-394E-FFDBA570A9EC}"/>
          </ac:spMkLst>
        </pc:spChg>
        <pc:spChg chg="add del mod">
          <ac:chgData name="Barry DeCicco" userId="231b5c4729589eb9" providerId="LiveId" clId="{B26889EA-0BFE-4DE7-897C-77A466A8C7D6}" dt="2025-04-29T16:46:32.844" v="3175"/>
          <ac:spMkLst>
            <pc:docMk/>
            <pc:sldMk cId="3470311463" sldId="386"/>
            <ac:spMk id="3" creationId="{33C171B9-8A88-F93E-EFE5-75950F41AE82}"/>
          </ac:spMkLst>
        </pc:spChg>
        <pc:spChg chg="del mod">
          <ac:chgData name="Barry DeCicco" userId="231b5c4729589eb9" providerId="LiveId" clId="{B26889EA-0BFE-4DE7-897C-77A466A8C7D6}" dt="2025-04-29T16:07:18.196" v="3172"/>
          <ac:spMkLst>
            <pc:docMk/>
            <pc:sldMk cId="3470311463" sldId="386"/>
            <ac:spMk id="4" creationId="{4D163139-D4CF-3112-AC9E-966E828230DC}"/>
          </ac:spMkLst>
        </pc:spChg>
        <pc:spChg chg="del">
          <ac:chgData name="Barry DeCicco" userId="231b5c4729589eb9" providerId="LiveId" clId="{B26889EA-0BFE-4DE7-897C-77A466A8C7D6}" dt="2025-04-29T16:07:18.196" v="3170" actId="478"/>
          <ac:spMkLst>
            <pc:docMk/>
            <pc:sldMk cId="3470311463" sldId="386"/>
            <ac:spMk id="5" creationId="{614B25BA-60EB-92EB-4966-0E7B5F1FA24D}"/>
          </ac:spMkLst>
        </pc:spChg>
        <pc:spChg chg="add">
          <ac:chgData name="Barry DeCicco" userId="231b5c4729589eb9" providerId="LiveId" clId="{B26889EA-0BFE-4DE7-897C-77A466A8C7D6}" dt="2025-04-29T16:47:40.748" v="3185"/>
          <ac:spMkLst>
            <pc:docMk/>
            <pc:sldMk cId="3470311463" sldId="386"/>
            <ac:spMk id="6" creationId="{6B787786-1CF6-8B5F-A5DC-FCDF9D60EC83}"/>
          </ac:spMkLst>
        </pc:spChg>
        <pc:spChg chg="add mod">
          <ac:chgData name="Barry DeCicco" userId="231b5c4729589eb9" providerId="LiveId" clId="{B26889EA-0BFE-4DE7-897C-77A466A8C7D6}" dt="2025-04-29T16:47:57.311" v="3187"/>
          <ac:spMkLst>
            <pc:docMk/>
            <pc:sldMk cId="3470311463" sldId="386"/>
            <ac:spMk id="7" creationId="{05E3A238-81A6-4C12-2B26-CB48697916D1}"/>
          </ac:spMkLst>
        </pc:spChg>
        <pc:spChg chg="add mod">
          <ac:chgData name="Barry DeCicco" userId="231b5c4729589eb9" providerId="LiveId" clId="{B26889EA-0BFE-4DE7-897C-77A466A8C7D6}" dt="2025-04-29T16:48:55.975" v="3190" actId="34807"/>
          <ac:spMkLst>
            <pc:docMk/>
            <pc:sldMk cId="3470311463" sldId="386"/>
            <ac:spMk id="8" creationId="{8CB222A3-0F53-347C-AE18-B2B742286BDD}"/>
          </ac:spMkLst>
        </pc:spChg>
      </pc:sldChg>
      <pc:sldChg chg="addSp delSp modSp add mod ord">
        <pc:chgData name="Barry DeCicco" userId="231b5c4729589eb9" providerId="LiveId" clId="{B26889EA-0BFE-4DE7-897C-77A466A8C7D6}" dt="2025-04-29T16:47:21.488" v="3184"/>
        <pc:sldMkLst>
          <pc:docMk/>
          <pc:sldMk cId="316543188" sldId="387"/>
        </pc:sldMkLst>
        <pc:spChg chg="add">
          <ac:chgData name="Barry DeCicco" userId="231b5c4729589eb9" providerId="LiveId" clId="{B26889EA-0BFE-4DE7-897C-77A466A8C7D6}" dt="2025-04-29T16:46:57.738" v="3180"/>
          <ac:spMkLst>
            <pc:docMk/>
            <pc:sldMk cId="316543188" sldId="387"/>
            <ac:spMk id="3" creationId="{632F213A-0BF6-CDFB-3BE7-D91B8ABFE70F}"/>
          </ac:spMkLst>
        </pc:spChg>
        <pc:spChg chg="add del mod">
          <ac:chgData name="Barry DeCicco" userId="231b5c4729589eb9" providerId="LiveId" clId="{B26889EA-0BFE-4DE7-897C-77A466A8C7D6}" dt="2025-04-29T16:47:21.488" v="3184"/>
          <ac:spMkLst>
            <pc:docMk/>
            <pc:sldMk cId="316543188" sldId="387"/>
            <ac:spMk id="4" creationId="{088B15C0-8E24-3020-9F41-35DE3FA726B8}"/>
          </ac:spMkLst>
        </pc:spChg>
        <pc:spChg chg="add">
          <ac:chgData name="Barry DeCicco" userId="231b5c4729589eb9" providerId="LiveId" clId="{B26889EA-0BFE-4DE7-897C-77A466A8C7D6}" dt="2025-04-29T16:47:10.585" v="3182"/>
          <ac:spMkLst>
            <pc:docMk/>
            <pc:sldMk cId="316543188" sldId="387"/>
            <ac:spMk id="5" creationId="{C3C86A14-523B-4E18-A0E8-1383A3E0A5FB}"/>
          </ac:spMkLst>
        </pc:spChg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271700676" sldId="388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2488322969" sldId="389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571014357" sldId="390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827750470" sldId="391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2965738359" sldId="392"/>
        </pc:sldMkLst>
      </pc:sldChg>
      <pc:sldChg chg="del">
        <pc:chgData name="Barry DeCicco" userId="231b5c4729589eb9" providerId="LiveId" clId="{B26889EA-0BFE-4DE7-897C-77A466A8C7D6}" dt="2025-04-26T21:08:02.500" v="125" actId="47"/>
        <pc:sldMkLst>
          <pc:docMk/>
          <pc:sldMk cId="1325763230" sldId="393"/>
        </pc:sldMkLst>
      </pc:sldChg>
      <pc:sldChg chg="add del">
        <pc:chgData name="Barry DeCicco" userId="231b5c4729589eb9" providerId="LiveId" clId="{B26889EA-0BFE-4DE7-897C-77A466A8C7D6}" dt="2025-04-26T21:08:45.566" v="141" actId="47"/>
        <pc:sldMkLst>
          <pc:docMk/>
          <pc:sldMk cId="2246318657" sldId="3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30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29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38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06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79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0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4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50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0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8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74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574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397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7296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79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291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6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1D3993F-C034-4BA1-93BF-412166CE6851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165F21-177B-4450-874B-94B59237D8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55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scholar?hl=en&amp;as_sdt=0%2C23&amp;q=ai+hallucinations&amp;btnG=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9564" y="1006276"/>
            <a:ext cx="8001000" cy="1706252"/>
          </a:xfrm>
        </p:spPr>
        <p:txBody>
          <a:bodyPr>
            <a:normAutofit/>
          </a:bodyPr>
          <a:lstStyle/>
          <a:p>
            <a:r>
              <a:rPr lang="en-US" b="1" dirty="0"/>
              <a:t>Translating </a:t>
            </a:r>
            <a:r>
              <a:rPr lang="en-US" b="1" dirty="0" err="1"/>
              <a:t>sas</a:t>
            </a:r>
            <a:r>
              <a:rPr lang="en-US" b="1" dirty="0"/>
              <a:t> to python through free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587" y="3429000"/>
            <a:ext cx="10932825" cy="194733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Barry DeCicco (bdecicco2001@yahoo.com)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Ann Arbor Chapter of the American Statistical Association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April 29, 2025</a:t>
            </a:r>
          </a:p>
        </p:txBody>
      </p:sp>
    </p:spTree>
    <p:extLst>
      <p:ext uri="{BB962C8B-B14F-4D97-AF65-F5344CB8AC3E}">
        <p14:creationId xmlns:p14="http://schemas.microsoft.com/office/powerpoint/2010/main" val="387223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CA6826-032C-4799-B079-15DB2A6C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What this class will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My experiences with AI translation.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Examples.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Resources for future reference.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58A807-BD0E-4B1D-A523-2F20E7FE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C82FD88-0436-4D5C-B5A2-7B9019194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706DBD-9DBD-49D6-80EB-C896096D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51C7442-3F0F-49E3-9389-D6B4BAE14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614368-43A5-4794-BA71-09F8585F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F42B96B-0C70-40CB-A027-175F2A16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746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0879F-25FD-D5E6-DF47-5ABE3E2D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ACF541-18D9-2B83-C612-8E759CAFE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81F95-CA4B-C8D9-5D65-234136FB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bAckground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5473-B77D-C6BE-1346-D98107319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AI (really LLM’s, ‘Large Language Models’ are booming becoming more powerful and available.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People are using them for many purposes.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They can be extremely useful.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37EA6B-775B-EF3B-C1F4-754B86AA3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E7201-6A6E-65DA-6150-32707FBEA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99AEC0F-A4CA-8642-CAA3-E367E26E5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DA36BB-D850-4FAC-C3A0-4B3C73F0A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D95E75-4840-12E2-EC64-BB5F910FA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6048664-2ABC-A2FA-AF30-C1EEA5254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437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B7426-EF46-9743-8B7A-7F92DB52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06586-DEB9-4DA9-EC07-2148D11B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16696-3427-9A37-B212-76215FB7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HOWEVER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BF94-74AE-5AAC-A432-E572C91C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2071431"/>
            <a:ext cx="9752541" cy="430622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AI’s are known to ‘hallucinate’ (see:  </a:t>
            </a:r>
            <a:r>
              <a:rPr lang="en-US" sz="3200" b="1" dirty="0">
                <a:solidFill>
                  <a:schemeClr val="tx1"/>
                </a:solidFill>
                <a:hlinkClick r:id="rId2"/>
              </a:rPr>
              <a:t>https://scholar.google.com/scholar?hl=en&amp;as_sdt=0%2C23&amp;q=ai+hallucinations&amp;btnG=</a:t>
            </a:r>
            <a:r>
              <a:rPr lang="en-US" sz="3200" b="1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They don’t know what they don’t know.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What they really do is to make connections between blocks of text, on a large scale.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FE23A0-5CD2-D007-74FC-575B226DE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0A60F6-C327-9AFC-E5A5-52C065430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6DE96C-891A-5FE4-1278-7FB649AD6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AA848D9-F1D0-3BE5-AE0F-212EBBF8A2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1D9D36-9BA5-5F1B-A0C3-3B90E2212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F35862-A3C8-4F37-50D2-71F2D8F96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458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FDC58-A827-8623-4C15-B4E9A8E6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EA8DDA-16B3-33E1-3DAE-E0687DF93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E3E16-A545-F103-CA74-12DD8D4D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C8FF2-4984-3EEA-73C0-DF83D47C2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2071431"/>
            <a:ext cx="9752541" cy="430622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This might be analogized to somebody who doesn’t understand the material, who is linking phrases which occurred together.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I have seen students do this.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I have (un) successfully used it on a few occasions, to try to solve things which I really didn’t understand.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AF4D35-E7B2-53B0-0BEE-561E46A79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E8308B3-074E-1214-80CE-2F78E6B1B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6575E72-B1F7-BAA9-539C-FDD9F83CE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55121D8-0ED7-45ED-284F-975824B28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14403D8-F439-E47D-F504-50862C048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C1EEF8-A6A4-4C69-BDAB-22C9E5422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435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995FB-8E94-B2DE-C812-671B1D38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1504FC-8138-D10B-8C0D-62E8AFAB9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89F4F-EC61-22CF-8CC0-6A0F7DB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My (limited)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4A65-5C6E-00F6-4DB8-DDE390468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Working for a CMS Contractor, generating reports on hospital/nursing home/clinic cost and quality.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Existing code base was in SAS; SAS being phased out at the end of CY 2025.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~100 SAS programs to convert, up to 2,000 rows.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64C193-612C-C2AB-6B72-65AC6CCE3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BECC8CB-33CA-0B80-05BF-70CAC1BC1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190AFF-3B07-7DC6-B72C-1F8BD27A1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47FFE2-ADF4-0A4B-B085-1140F4B50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456E541-4006-A34B-E3FF-D324858A6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C142ED9-BFD4-B2C9-412B-1149D9ECB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084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4461C-D7DB-CF73-4D68-A65F352C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DE9E32-F9F8-F33B-26E9-840B1EF3B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6C2CD-2838-EEF4-96E0-7C650EC37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9A12-B92B-8D10-3482-DFB903E33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Convert SAS programs to Python/PySpark/R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PySpark would be preferrable, due to data set size (final data sets would be 600K – 55M rows).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Raw initial data sets could be much longer (all Medicare prescriptions for all residents in a state).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062FE6-E10A-7B57-6FDC-165F155C2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76778C3-6AEF-33A9-1621-A10062FB2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E99B7F-B8A0-D0F1-026E-E873BC9F4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4AA248-6262-7219-6375-8B6B09131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A20035C-0C75-9622-892D-5719FCD25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DA233-A780-2483-CAF2-371088BD2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1A4AC-2348-2731-D5F1-7005F434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329F5D-12A9-AA75-2FC6-4391F476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A7E29-9380-AEAA-1B81-56F85A39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Tools Used (all free versions)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4BA3-B9EB-0775-F3B4-0601BA948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ChatGPT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 err="1">
                <a:solidFill>
                  <a:schemeClr val="tx1"/>
                </a:solidFill>
              </a:rPr>
              <a:t>ClaudeAI</a:t>
            </a:r>
            <a:r>
              <a:rPr lang="en-US" sz="3200" b="1" dirty="0">
                <a:solidFill>
                  <a:schemeClr val="tx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Codeconvert.ai/</a:t>
            </a:r>
            <a:r>
              <a:rPr lang="en-US" sz="3200" b="1" dirty="0" err="1">
                <a:solidFill>
                  <a:schemeClr val="tx1"/>
                </a:solidFill>
              </a:rPr>
              <a:t>sas</a:t>
            </a:r>
            <a:r>
              <a:rPr lang="en-US" sz="3200" b="1" dirty="0">
                <a:solidFill>
                  <a:schemeClr val="tx1"/>
                </a:solidFill>
              </a:rPr>
              <a:t>-to-python-converter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 err="1">
                <a:solidFill>
                  <a:schemeClr val="tx1"/>
                </a:solidFill>
              </a:rPr>
              <a:t>DeepSeek</a:t>
            </a: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SAS2Py was also used, but it’s proprietary.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88036A-FD20-29C9-02E8-BF62529EB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9F031D-C0C8-E4A6-3132-56A5DC896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472161-45A6-36A0-BB1E-28F432BE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0F4EB9-FCA7-73DD-826E-766403EFB2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9F0FEDE-79C5-4DE5-95D4-0681A68E0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856E721-60FF-B809-4E69-5AED9D0A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0441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F37C1-7EF9-39FF-D665-2194E908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C7319F-F2CA-E3E0-E05C-559205B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59975-8C7E-0DBA-4DEE-72853BE6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Original </a:t>
            </a:r>
            <a:r>
              <a:rPr lang="en-US" sz="4000" b="1" dirty="0" err="1"/>
              <a:t>sas</a:t>
            </a:r>
            <a:r>
              <a:rPr lang="en-US" sz="4000" b="1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88B75-B81D-2253-761C-44511B35F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This sets up a data set, inputs the values, calculates a chi-squared value and print the results.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data </a:t>
            </a:r>
            <a:r>
              <a:rPr lang="en-US" b="1" dirty="0" err="1">
                <a:solidFill>
                  <a:schemeClr val="tx1"/>
                </a:solidFill>
              </a:rPr>
              <a:t>chisq</a:t>
            </a:r>
            <a:r>
              <a:rPr lang="en-US" b="1" dirty="0">
                <a:solidFill>
                  <a:schemeClr val="tx1"/>
                </a:solidFill>
              </a:rPr>
              <a:t>; input </a:t>
            </a:r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; </a:t>
            </a:r>
            <a:r>
              <a:rPr lang="en-US" b="1" dirty="0" err="1">
                <a:solidFill>
                  <a:schemeClr val="tx1"/>
                </a:solidFill>
              </a:rPr>
              <a:t>chirat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cinv</a:t>
            </a:r>
            <a:r>
              <a:rPr lang="en-US" b="1" dirty="0">
                <a:solidFill>
                  <a:schemeClr val="tx1"/>
                </a:solidFill>
              </a:rPr>
              <a:t>(.995,df)/</a:t>
            </a:r>
            <a:r>
              <a:rPr lang="en-US" b="1" dirty="0" err="1">
                <a:solidFill>
                  <a:schemeClr val="tx1"/>
                </a:solidFill>
              </a:rPr>
              <a:t>cinv</a:t>
            </a:r>
            <a:r>
              <a:rPr lang="en-US" b="1" dirty="0">
                <a:solidFill>
                  <a:schemeClr val="tx1"/>
                </a:solidFill>
              </a:rPr>
              <a:t>(.005,df);</a:t>
            </a:r>
          </a:p>
          <a:p>
            <a:pPr marL="0" indent="0" algn="ctr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b="1" dirty="0" err="1">
                <a:solidFill>
                  <a:schemeClr val="tx1"/>
                </a:solidFill>
              </a:rPr>
              <a:t>datalines</a:t>
            </a:r>
            <a:r>
              <a:rPr lang="en-US" b="1" dirty="0">
                <a:solidFill>
                  <a:schemeClr val="tx1"/>
                </a:solidFill>
              </a:rPr>
              <a:t>; 20 21 22 23 24 25 26 27 28 29 30 ;</a:t>
            </a:r>
          </a:p>
          <a:p>
            <a:pPr marL="0" indent="0" algn="ctr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run;</a:t>
            </a:r>
          </a:p>
          <a:p>
            <a:pPr marL="0" indent="0" algn="ctr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proc print data=</a:t>
            </a:r>
            <a:r>
              <a:rPr lang="en-US" b="1" dirty="0" err="1">
                <a:solidFill>
                  <a:schemeClr val="tx1"/>
                </a:solidFill>
              </a:rPr>
              <a:t>chisq</a:t>
            </a:r>
            <a:r>
              <a:rPr lang="en-US" b="1" dirty="0">
                <a:solidFill>
                  <a:schemeClr val="tx1"/>
                </a:solidFill>
              </a:rPr>
              <a:t>; var </a:t>
            </a:r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chirat</a:t>
            </a:r>
            <a:r>
              <a:rPr lang="en-US" b="1" dirty="0">
                <a:solidFill>
                  <a:schemeClr val="tx1"/>
                </a:solidFill>
              </a:rPr>
              <a:t>;</a:t>
            </a:r>
          </a:p>
          <a:p>
            <a:pPr marL="0" indent="0" algn="ctr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run;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D54577-92AC-9AE2-799E-C19E23509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E3A42F-7476-69D1-F1B8-E13332886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020555E-48D9-426D-E1DF-0E264F5FF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D254185-42E0-2A29-42F5-59A3E669C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FE4F29-5602-102F-4465-1B649149E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8EAD43C-E0A4-92B6-9D27-0EE4F2013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297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098D9-352D-053E-3213-820A63F4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E3A1C83-0FE5-9C70-838F-1B4417F38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405D0-13AF-7D9A-0728-AAE191A50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results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B1EF4E-2C42-52B6-E4F0-F6E43BF2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36A1693-6EAE-C1C3-1E7A-873EBF7543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31F12A-8C7A-AFC8-C011-EF212BBA0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338ADE4-66FF-F347-5297-10D19005F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61BE959-0C97-A202-38A2-637787BB6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5611A1-9B50-B581-D4DF-8BF1A464E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F4F2BB-FB02-172C-8A51-2F76F6C00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770" y="821853"/>
            <a:ext cx="3913406" cy="566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3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F75D1-A9BE-413F-2B21-4971D8CE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E73BFB-9575-0F56-5C5B-D754A8AF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7B9F1-A405-FC0D-B8F1-C96938FE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Chatgpt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09DD-DA32-3DA8-2082-D959C2FE3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12" y="925975"/>
            <a:ext cx="8302626" cy="50907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import pandas as pd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from </a:t>
            </a:r>
            <a:r>
              <a:rPr lang="en-US" b="1" dirty="0" err="1">
                <a:solidFill>
                  <a:schemeClr val="tx1"/>
                </a:solidFill>
              </a:rPr>
              <a:t>scipy.stats</a:t>
            </a:r>
            <a:r>
              <a:rPr lang="en-US" b="1" dirty="0">
                <a:solidFill>
                  <a:schemeClr val="tx1"/>
                </a:solidFill>
              </a:rPr>
              <a:t> import chi2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# Define the data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df_list</a:t>
            </a:r>
            <a:r>
              <a:rPr lang="en-US" b="1" dirty="0">
                <a:solidFill>
                  <a:schemeClr val="tx1"/>
                </a:solidFill>
              </a:rPr>
              <a:t> = [20, 21, 22, 23, 24, 25, 26, 27, 28, 29, 30]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# Create a </a:t>
            </a:r>
            <a:r>
              <a:rPr lang="en-US" b="1" dirty="0" err="1">
                <a:solidFill>
                  <a:schemeClr val="tx1"/>
                </a:solidFill>
              </a:rPr>
              <a:t>DataFrame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chisq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pd.DataFrame</a:t>
            </a:r>
            <a:r>
              <a:rPr lang="en-US" b="1" dirty="0">
                <a:solidFill>
                  <a:schemeClr val="tx1"/>
                </a:solidFill>
              </a:rPr>
              <a:t>({'</a:t>
            </a:r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': </a:t>
            </a:r>
            <a:r>
              <a:rPr lang="en-US" b="1" dirty="0" err="1">
                <a:solidFill>
                  <a:schemeClr val="tx1"/>
                </a:solidFill>
              </a:rPr>
              <a:t>df_list</a:t>
            </a:r>
            <a:r>
              <a:rPr lang="en-US" b="1" dirty="0">
                <a:solidFill>
                  <a:schemeClr val="tx1"/>
                </a:solidFill>
              </a:rPr>
              <a:t>})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# Calculate '</a:t>
            </a:r>
            <a:r>
              <a:rPr lang="en-US" b="1" dirty="0" err="1">
                <a:solidFill>
                  <a:schemeClr val="tx1"/>
                </a:solidFill>
              </a:rPr>
              <a:t>chirat</a:t>
            </a:r>
            <a:r>
              <a:rPr lang="en-US" b="1" dirty="0">
                <a:solidFill>
                  <a:schemeClr val="tx1"/>
                </a:solidFill>
              </a:rPr>
              <a:t>'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chisq</a:t>
            </a:r>
            <a:r>
              <a:rPr lang="en-US" b="1" dirty="0">
                <a:solidFill>
                  <a:schemeClr val="tx1"/>
                </a:solidFill>
              </a:rPr>
              <a:t>['</a:t>
            </a:r>
            <a:r>
              <a:rPr lang="en-US" b="1" dirty="0" err="1">
                <a:solidFill>
                  <a:schemeClr val="tx1"/>
                </a:solidFill>
              </a:rPr>
              <a:t>chirat</a:t>
            </a:r>
            <a:r>
              <a:rPr lang="en-US" b="1" dirty="0">
                <a:solidFill>
                  <a:schemeClr val="tx1"/>
                </a:solidFill>
              </a:rPr>
              <a:t>'] = chi2.ppf(0.995, </a:t>
            </a:r>
            <a:r>
              <a:rPr lang="en-US" b="1" dirty="0" err="1">
                <a:solidFill>
                  <a:schemeClr val="tx1"/>
                </a:solidFill>
              </a:rPr>
              <a:t>chisq</a:t>
            </a:r>
            <a:r>
              <a:rPr lang="en-US" b="1" dirty="0">
                <a:solidFill>
                  <a:schemeClr val="tx1"/>
                </a:solidFill>
              </a:rPr>
              <a:t>['</a:t>
            </a:r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']) / chi2.ppf(0.005, </a:t>
            </a:r>
            <a:r>
              <a:rPr lang="en-US" b="1" dirty="0" err="1">
                <a:solidFill>
                  <a:schemeClr val="tx1"/>
                </a:solidFill>
              </a:rPr>
              <a:t>chisq</a:t>
            </a:r>
            <a:r>
              <a:rPr lang="en-US" b="1" dirty="0">
                <a:solidFill>
                  <a:schemeClr val="tx1"/>
                </a:solidFill>
              </a:rPr>
              <a:t>['</a:t>
            </a:r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'])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# Display the result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print(</a:t>
            </a:r>
            <a:r>
              <a:rPr lang="en-US" b="1" dirty="0" err="1">
                <a:solidFill>
                  <a:schemeClr val="tx1"/>
                </a:solidFill>
              </a:rPr>
              <a:t>chisq</a:t>
            </a:r>
            <a:r>
              <a:rPr lang="en-US" b="1" dirty="0">
                <a:solidFill>
                  <a:schemeClr val="tx1"/>
                </a:solidFill>
              </a:rPr>
              <a:t>[['</a:t>
            </a:r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', '</a:t>
            </a:r>
            <a:r>
              <a:rPr lang="en-US" b="1" dirty="0" err="1">
                <a:solidFill>
                  <a:schemeClr val="tx1"/>
                </a:solidFill>
              </a:rPr>
              <a:t>chirat</a:t>
            </a:r>
            <a:r>
              <a:rPr lang="en-US" b="1" dirty="0">
                <a:solidFill>
                  <a:schemeClr val="tx1"/>
                </a:solidFill>
              </a:rPr>
              <a:t>']])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47A7D4-B841-9884-BD41-A00E72E3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5A9DAB5-4F47-FA7C-4FBB-6B7967CFA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96D5840-6BF2-9C7F-A7F8-5693BFA52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E1F8D5D-9545-1FD8-4213-351D39795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31F324-5277-8BA8-845A-0C782BDB1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BBDA6DE-752B-2E39-3287-C5DE99253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5535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9E788-E796-C9C4-835E-E06D35C5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D78CEE-6901-CA49-F13B-D53603299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191CE-5150-2326-CB67-C1402DE3E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Chatgpt</a:t>
            </a:r>
            <a:endParaRPr lang="en-US" sz="40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AAF39A-4DA4-35B7-06C1-3A3695069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F71314-2779-0A9C-9074-7BD1B6776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658E7C2-E3A7-BC32-7A3B-409A2A1CA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7E7570-9B6D-2FF8-E95F-1144090B0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9CA24A-C8DB-573C-D4BC-7D9D03D2B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386680-4206-7E7A-C62B-1BC1AA00CE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5FA0730-E23C-89A4-7967-B01B35B3C187}"/>
              </a:ext>
            </a:extLst>
          </p:cNvPr>
          <p:cNvSpPr txBox="1"/>
          <p:nvPr/>
        </p:nvSpPr>
        <p:spPr>
          <a:xfrm>
            <a:off x="3866696" y="1022015"/>
            <a:ext cx="786572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 </a:t>
            </a:r>
            <a:r>
              <a:rPr lang="fr-FR" sz="2800" dirty="0" err="1"/>
              <a:t>df</a:t>
            </a:r>
            <a:r>
              <a:rPr lang="fr-FR" sz="2800" dirty="0"/>
              <a:t>    </a:t>
            </a:r>
            <a:r>
              <a:rPr lang="fr-FR" sz="2800" dirty="0" err="1"/>
              <a:t>chirat</a:t>
            </a:r>
            <a:endParaRPr lang="fr-FR" sz="2800" dirty="0"/>
          </a:p>
          <a:p>
            <a:r>
              <a:rPr lang="fr-FR" sz="2800" dirty="0"/>
              <a:t>0   20  5.380372</a:t>
            </a:r>
          </a:p>
          <a:p>
            <a:r>
              <a:rPr lang="fr-FR" sz="2800" dirty="0"/>
              <a:t>1   21  5.153454</a:t>
            </a:r>
          </a:p>
          <a:p>
            <a:r>
              <a:rPr lang="fr-FR" sz="2800" dirty="0"/>
              <a:t>2   22  4.951644</a:t>
            </a:r>
          </a:p>
          <a:p>
            <a:r>
              <a:rPr lang="fr-FR" sz="2800" dirty="0"/>
              <a:t>3   23  4.770977</a:t>
            </a:r>
          </a:p>
          <a:p>
            <a:r>
              <a:rPr lang="fr-FR" sz="2800" dirty="0"/>
              <a:t>4   24  4.608278</a:t>
            </a:r>
          </a:p>
          <a:p>
            <a:r>
              <a:rPr lang="fr-FR" sz="2800" dirty="0"/>
              <a:t>5   25  4.460974</a:t>
            </a:r>
          </a:p>
          <a:p>
            <a:r>
              <a:rPr lang="fr-FR" sz="2800" dirty="0"/>
              <a:t>6   26  4.326958</a:t>
            </a:r>
          </a:p>
          <a:p>
            <a:r>
              <a:rPr lang="fr-FR" sz="2800" dirty="0"/>
              <a:t>7   27  4.204493</a:t>
            </a:r>
          </a:p>
          <a:p>
            <a:r>
              <a:rPr lang="fr-FR" sz="2800" dirty="0"/>
              <a:t>8   28  4.092128</a:t>
            </a:r>
          </a:p>
          <a:p>
            <a:r>
              <a:rPr lang="fr-FR" sz="2800" dirty="0"/>
              <a:t>9   29  3.988646</a:t>
            </a:r>
          </a:p>
          <a:p>
            <a:r>
              <a:rPr lang="fr-FR" sz="2800" dirty="0"/>
              <a:t>10  30  3.893019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6723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2240E-A0C9-74C6-1990-91E43203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7854B26-7213-BDB1-1202-51BEF8F13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F1942-ADB7-CD5F-264C-1AE33A70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Chatgpt</a:t>
            </a:r>
            <a:endParaRPr lang="en-US" sz="40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1CE5E6-A925-D7E2-2326-324099DC3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50B96D4-22F4-4F23-7D70-07DDDE687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29D4B61-B3E9-2D14-9276-6E782046A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0BA52F-ED54-C6BD-5F9B-F7429C050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368EC3-91C2-2B83-2DD5-9F3B11F18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B503B2-A565-0198-E789-A385AF2FF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451D87F-1B5E-E25E-9CB1-9ED5A3C8A444}"/>
              </a:ext>
            </a:extLst>
          </p:cNvPr>
          <p:cNvSpPr txBox="1"/>
          <p:nvPr/>
        </p:nvSpPr>
        <p:spPr>
          <a:xfrm>
            <a:off x="3866696" y="1022015"/>
            <a:ext cx="786572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 </a:t>
            </a:r>
            <a:r>
              <a:rPr lang="fr-FR" sz="2800" dirty="0" err="1"/>
              <a:t>df</a:t>
            </a:r>
            <a:r>
              <a:rPr lang="fr-FR" sz="2800" dirty="0"/>
              <a:t>    </a:t>
            </a:r>
            <a:r>
              <a:rPr lang="fr-FR" sz="2800" dirty="0" err="1"/>
              <a:t>chirat</a:t>
            </a:r>
            <a:endParaRPr lang="fr-FR" sz="2800" dirty="0"/>
          </a:p>
          <a:p>
            <a:r>
              <a:rPr lang="fr-FR" sz="2800" dirty="0"/>
              <a:t>0   20  5.380372</a:t>
            </a:r>
          </a:p>
          <a:p>
            <a:r>
              <a:rPr lang="fr-FR" sz="2800" dirty="0"/>
              <a:t>1   21  5.153454</a:t>
            </a:r>
          </a:p>
          <a:p>
            <a:r>
              <a:rPr lang="fr-FR" sz="2800" dirty="0"/>
              <a:t>2   22  4.951644</a:t>
            </a:r>
          </a:p>
          <a:p>
            <a:r>
              <a:rPr lang="fr-FR" sz="2800" dirty="0"/>
              <a:t>3   23  4.770977</a:t>
            </a:r>
          </a:p>
          <a:p>
            <a:r>
              <a:rPr lang="fr-FR" sz="2800" dirty="0"/>
              <a:t>4   24  4.608278</a:t>
            </a:r>
          </a:p>
          <a:p>
            <a:r>
              <a:rPr lang="fr-FR" sz="2800" dirty="0"/>
              <a:t>5   25  4.460974</a:t>
            </a:r>
          </a:p>
          <a:p>
            <a:r>
              <a:rPr lang="fr-FR" sz="2800" dirty="0"/>
              <a:t>6   26  4.326958</a:t>
            </a:r>
          </a:p>
          <a:p>
            <a:r>
              <a:rPr lang="fr-FR" sz="2800" dirty="0"/>
              <a:t>7   27  4.204493</a:t>
            </a:r>
          </a:p>
          <a:p>
            <a:r>
              <a:rPr lang="fr-FR" sz="2800" dirty="0"/>
              <a:t>8   28  4.092128</a:t>
            </a:r>
          </a:p>
          <a:p>
            <a:r>
              <a:rPr lang="fr-FR" sz="2800" dirty="0"/>
              <a:t>9   29  3.988646</a:t>
            </a:r>
          </a:p>
          <a:p>
            <a:r>
              <a:rPr lang="fr-FR" sz="2800" dirty="0"/>
              <a:t>10  30  3.893019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3790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1A46F-5531-5E83-3637-2E8BB2B4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157BAB-C05C-D28D-3807-41219AD23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0BFFD-7806-720F-02F1-709A9284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Chatgpt</a:t>
            </a:r>
            <a:endParaRPr lang="en-US" sz="40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95B360-B25A-14D1-F994-1D82D6B19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C816F1-91AE-22A4-B3E7-96C857806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5EBCBC3-5FB8-08F3-76FD-14B9945CB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B60102A-B7DA-4797-598B-BE8D83EF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C7E8D0-5E57-4B4E-E81C-1690CB2EC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9509CD2-1D68-82A0-A1D4-C14BBA97F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98C16A5-AF6B-542B-A19C-64D5F5310689}"/>
              </a:ext>
            </a:extLst>
          </p:cNvPr>
          <p:cNvSpPr txBox="1"/>
          <p:nvPr/>
        </p:nvSpPr>
        <p:spPr>
          <a:xfrm>
            <a:off x="1722032" y="1562407"/>
            <a:ext cx="8645665" cy="3733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ChatGPT Results			SAS Results			</a:t>
            </a:r>
          </a:p>
          <a:p>
            <a:r>
              <a:rPr lang="en-US" b="1" dirty="0"/>
              <a:t>(index)	</a:t>
            </a:r>
            <a:r>
              <a:rPr lang="en-US" b="1" dirty="0" err="1"/>
              <a:t>df</a:t>
            </a:r>
            <a:r>
              <a:rPr lang="en-US" b="1" dirty="0"/>
              <a:t>	</a:t>
            </a:r>
            <a:r>
              <a:rPr lang="en-US" b="1" dirty="0" err="1"/>
              <a:t>chirat</a:t>
            </a:r>
            <a:r>
              <a:rPr lang="en-US" b="1" dirty="0"/>
              <a:t>		</a:t>
            </a:r>
            <a:r>
              <a:rPr lang="en-US" b="1" dirty="0" err="1"/>
              <a:t>Obs</a:t>
            </a:r>
            <a:r>
              <a:rPr lang="en-US" b="1" dirty="0"/>
              <a:t>	</a:t>
            </a:r>
            <a:r>
              <a:rPr lang="en-US" b="1" dirty="0" err="1"/>
              <a:t>df</a:t>
            </a:r>
            <a:r>
              <a:rPr lang="en-US" b="1" dirty="0"/>
              <a:t>	</a:t>
            </a:r>
            <a:r>
              <a:rPr lang="en-US" b="1" dirty="0" err="1"/>
              <a:t>chirat</a:t>
            </a:r>
            <a:r>
              <a:rPr lang="en-US" b="1" dirty="0"/>
              <a:t>		diff.</a:t>
            </a:r>
          </a:p>
          <a:p>
            <a:r>
              <a:rPr lang="en-US" b="1" dirty="0"/>
              <a:t>0	20	5.380372	1	20	5.38037		2E-06</a:t>
            </a:r>
          </a:p>
          <a:p>
            <a:r>
              <a:rPr lang="en-US" b="1" dirty="0"/>
              <a:t>1	21	5.153454	2	21	5.15345		4E-06</a:t>
            </a:r>
          </a:p>
          <a:p>
            <a:r>
              <a:rPr lang="en-US" b="1" dirty="0"/>
              <a:t>2	22	4.951644	3	22	4.95164		4E-06</a:t>
            </a:r>
          </a:p>
          <a:p>
            <a:r>
              <a:rPr lang="en-US" b="1" dirty="0"/>
              <a:t>3	23	4.770977	4	23	4.77098		-3E-06</a:t>
            </a:r>
          </a:p>
          <a:p>
            <a:r>
              <a:rPr lang="en-US" b="1" dirty="0"/>
              <a:t>4	24	4.608278	5	24	4.60828		-2E-06</a:t>
            </a:r>
          </a:p>
          <a:p>
            <a:r>
              <a:rPr lang="en-US" b="1" dirty="0"/>
              <a:t>5	25	</a:t>
            </a:r>
            <a:r>
              <a:rPr lang="en-US" sz="2000" b="1" dirty="0"/>
              <a:t>4.460974</a:t>
            </a:r>
            <a:r>
              <a:rPr lang="en-US" b="1" dirty="0"/>
              <a:t>	6	25	4.46097		4E-06</a:t>
            </a:r>
          </a:p>
          <a:p>
            <a:r>
              <a:rPr lang="en-US" b="1" dirty="0"/>
              <a:t>6	26	4.326958	7	26	4.32696		-2E-06</a:t>
            </a:r>
          </a:p>
          <a:p>
            <a:r>
              <a:rPr lang="en-US" b="1" dirty="0"/>
              <a:t>7	27	4.204493	8	27	4.20449		3E-06</a:t>
            </a:r>
          </a:p>
          <a:p>
            <a:r>
              <a:rPr lang="en-US" b="1" dirty="0"/>
              <a:t>8	28	4.092128	9	28	4.09213		-2E-06</a:t>
            </a:r>
          </a:p>
          <a:p>
            <a:r>
              <a:rPr lang="en-US" b="1" dirty="0"/>
              <a:t>9	29	3.988646	10	29	3.98865		-4E-06</a:t>
            </a:r>
          </a:p>
          <a:p>
            <a:r>
              <a:rPr lang="en-US" b="1" dirty="0"/>
              <a:t>10	30	3.893019	11	30	3.89302		-1E-06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FCDAB-4C9C-17CF-7585-0BE8ED81E7CC}"/>
              </a:ext>
            </a:extLst>
          </p:cNvPr>
          <p:cNvSpPr txBox="1"/>
          <p:nvPr/>
        </p:nvSpPr>
        <p:spPr>
          <a:xfrm>
            <a:off x="1388962" y="5671595"/>
            <a:ext cx="10507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difference is due to different decimals when I manually copied and pasted.</a:t>
            </a:r>
          </a:p>
          <a:p>
            <a:r>
              <a:rPr lang="en-US" sz="2000" b="1" dirty="0" err="1"/>
              <a:t>ClaudeAI</a:t>
            </a:r>
            <a:r>
              <a:rPr lang="en-US" sz="2000" b="1" dirty="0"/>
              <a:t>, Code Convert and </a:t>
            </a:r>
            <a:r>
              <a:rPr lang="en-US" sz="2000" b="1" dirty="0" err="1"/>
              <a:t>DeepSeek</a:t>
            </a:r>
            <a:r>
              <a:rPr lang="en-US" sz="2000" b="1" dirty="0"/>
              <a:t> produced the same results.</a:t>
            </a:r>
          </a:p>
        </p:txBody>
      </p:sp>
    </p:spTree>
    <p:extLst>
      <p:ext uri="{BB962C8B-B14F-4D97-AF65-F5344CB8AC3E}">
        <p14:creationId xmlns:p14="http://schemas.microsoft.com/office/powerpoint/2010/main" val="1806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31181-5438-DCBE-8D4C-7831AB7E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DBDE66-BC56-2DE4-D0D3-F8B5BC40C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31924-86A6-97E4-4BD1-0E633BB2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BUT!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45EE-C39E-E1F8-D928-90CEB73F1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In the first run, I left a stray text scrap in the prompt (‘more text here’).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ChatGPT produced python text, and didn’t note the invalid SAS command.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The python text was missing the command to import Pandas, and therefore didn’t run.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Until it was actually run, the error would have passed unnoticed.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3ADB5A-6B26-9BD6-419F-FBDFE22DC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B16B890-FCA3-0BD5-9D2B-20DF18190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3F6176-7357-424C-0B40-D665CF67C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B3F0739-E9F3-E206-56ED-066AE7F1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7F5198-3041-4EA0-B190-57D83B029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55D8FB2-3BA9-AFB9-8F52-25319861D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1566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38C38-A525-052D-3CBD-E8FF2CC3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E872C4-B6E2-A805-59EB-647452E98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F1844-F66A-48F4-1060-B877693D9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However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CDAA5-D460-4195-9D4D-D5DA5EA77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88268"/>
            <a:ext cx="9752541" cy="4172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I removed the </a:t>
            </a:r>
            <a:r>
              <a:rPr lang="en-US" sz="3200" b="1" dirty="0" err="1">
                <a:solidFill>
                  <a:schemeClr val="tx1"/>
                </a:solidFill>
              </a:rPr>
              <a:t>datalines</a:t>
            </a:r>
            <a:r>
              <a:rPr lang="en-US" sz="3200" b="1" dirty="0">
                <a:solidFill>
                  <a:schemeClr val="tx1"/>
                </a:solidFill>
              </a:rPr>
              <a:t> statement from the SAS code, so that no data set would be created.</a:t>
            </a:r>
          </a:p>
          <a:p>
            <a:pPr marL="0" indent="0">
              <a:buNone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ChatGPT spotted that error.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5A87CD-250D-DE7E-E2D2-D7715351F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1850E6-3068-070D-E148-DC2976F8F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0B7E67-4033-1718-48DE-FE658FF1E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E17B5F-1266-862A-AC63-7F88DC56A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7CADE5D-13F1-C511-1B11-0392BACE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89A2AA1-9410-8AE9-3CA8-CCBD5B024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6291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47D6A-823A-E540-84A6-09B2070E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5D9A04-3C8F-3E80-2B68-5B7939FD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29857-ADBC-D0C7-FA95-B20CB0F8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2" y="2502037"/>
            <a:ext cx="10588624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Comparison of Code produced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90F115-FE26-8A78-042E-6045E3B33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40AD0A-D1CA-F87D-3AB6-625CF7E57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6D032E-8466-C630-6444-9B0F7CE5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9349D6-9BBC-DCA4-8140-32FFA1606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FA78D2-12E6-1ED1-EFBD-3C0E8CE4D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8D24E6-3826-BB00-427D-0F5B08F0C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543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66285-061C-CDEF-25CB-A3484331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5A91A8-7673-03C9-5453-AFFD4BB12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3C58A-A89F-4297-7282-B76D5E38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2" y="481150"/>
            <a:ext cx="10588624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ChatGPT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C97DCB-15F2-E279-75FD-25BC395D3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E51EE0-D6E0-BCD1-F70D-020A84ABD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390EB2B-A6C2-095D-977D-47348B149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9923DED-A3FD-BD30-4491-797319196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B1F562-DD93-3D02-77F8-9D91CE8B9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F64D511-485D-5859-BA7B-ACECF94B2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7A5BE02-AAA2-CFE2-9EC9-624B059985B4}"/>
              </a:ext>
            </a:extLst>
          </p:cNvPr>
          <p:cNvSpPr txBox="1"/>
          <p:nvPr/>
        </p:nvSpPr>
        <p:spPr>
          <a:xfrm>
            <a:off x="1102936" y="2055043"/>
            <a:ext cx="105886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import pandas as pd</a:t>
            </a:r>
          </a:p>
          <a:p>
            <a:r>
              <a:rPr lang="en-US" sz="2000" b="1"/>
              <a:t>from scipy.stats import chi2</a:t>
            </a:r>
          </a:p>
          <a:p>
            <a:endParaRPr lang="en-US" sz="2000" b="1"/>
          </a:p>
          <a:p>
            <a:r>
              <a:rPr lang="en-US" sz="2000" b="1"/>
              <a:t># Define the data</a:t>
            </a:r>
          </a:p>
          <a:p>
            <a:r>
              <a:rPr lang="en-US" sz="2000" b="1"/>
              <a:t>df_list = [20, 21, 22, 23, 24, 25, 26, 27, 28, 29, 30]</a:t>
            </a:r>
          </a:p>
          <a:p>
            <a:endParaRPr lang="en-US" sz="2000" b="1"/>
          </a:p>
          <a:p>
            <a:r>
              <a:rPr lang="en-US" sz="2000" b="1"/>
              <a:t># Create a DataFrame</a:t>
            </a:r>
          </a:p>
          <a:p>
            <a:r>
              <a:rPr lang="en-US" sz="2000" b="1"/>
              <a:t>chisq = pd.DataFrame({'df': df_list})</a:t>
            </a:r>
          </a:p>
          <a:p>
            <a:endParaRPr lang="en-US" sz="2000" b="1"/>
          </a:p>
          <a:p>
            <a:r>
              <a:rPr lang="en-US" sz="2000" b="1"/>
              <a:t># Calculate 'chirat'</a:t>
            </a:r>
          </a:p>
          <a:p>
            <a:r>
              <a:rPr lang="en-US" sz="2000" b="1"/>
              <a:t>chisq['chirat'] = chi2.ppf(0.995, chisq['df']) / chi2.ppf(0.005, chisq['df'])</a:t>
            </a:r>
          </a:p>
          <a:p>
            <a:endParaRPr lang="en-US" sz="2000" b="1"/>
          </a:p>
          <a:p>
            <a:r>
              <a:rPr lang="en-US" sz="2000" b="1"/>
              <a:t># Display the result</a:t>
            </a:r>
          </a:p>
          <a:p>
            <a:r>
              <a:rPr lang="en-US" sz="2000" b="1"/>
              <a:t>print(chisq[['df', 'chirat']])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97300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318E1-A940-8E40-365A-1AA64EF2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678D6C-CDEF-8977-711F-C68730740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6D279-1EBA-8109-D67A-F3AE59CFD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2" y="481150"/>
            <a:ext cx="10588624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Claude ai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256321-C876-A9C5-AB5A-295A3E1B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5C66668-887F-5F5B-3D14-4305ACE8C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7FEDA2-3709-6D8C-6868-C75294C6F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E2D935-58C8-2195-5271-D70A2803B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ECD2E4-B191-0087-F2A7-D67A5C5AF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9C35DC-7A98-C4BF-7789-8DCA053AC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8FBA61B-B297-3144-BE16-70853E6EA5B0}"/>
              </a:ext>
            </a:extLst>
          </p:cNvPr>
          <p:cNvSpPr txBox="1"/>
          <p:nvPr/>
        </p:nvSpPr>
        <p:spPr>
          <a:xfrm>
            <a:off x="1102936" y="2055043"/>
            <a:ext cx="105886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import pandas as pd</a:t>
            </a:r>
          </a:p>
          <a:p>
            <a:r>
              <a:rPr lang="en-US" sz="2000" b="1" dirty="0"/>
              <a:t>import </a:t>
            </a:r>
            <a:r>
              <a:rPr lang="en-US" sz="2000" b="1" dirty="0" err="1"/>
              <a:t>numpy</a:t>
            </a:r>
            <a:r>
              <a:rPr lang="en-US" sz="2000" b="1" dirty="0"/>
              <a:t> as np</a:t>
            </a:r>
          </a:p>
          <a:p>
            <a:r>
              <a:rPr lang="en-US" sz="2000" b="1" dirty="0"/>
              <a:t>from </a:t>
            </a:r>
            <a:r>
              <a:rPr lang="en-US" sz="2000" b="1" dirty="0" err="1"/>
              <a:t>scipy</a:t>
            </a:r>
            <a:r>
              <a:rPr lang="en-US" sz="2000" b="1" dirty="0"/>
              <a:t> import stats</a:t>
            </a:r>
          </a:p>
          <a:p>
            <a:endParaRPr lang="en-US" sz="2000" b="1" dirty="0"/>
          </a:p>
          <a:p>
            <a:r>
              <a:rPr lang="en-US" sz="2000" b="1" dirty="0"/>
              <a:t># Create list of degrees of freedom</a:t>
            </a:r>
          </a:p>
          <a:p>
            <a:r>
              <a:rPr lang="en-US" sz="2000" b="1" dirty="0" err="1"/>
              <a:t>df_values</a:t>
            </a:r>
            <a:r>
              <a:rPr lang="en-US" sz="2000" b="1" dirty="0"/>
              <a:t> = list(range(20, 31))</a:t>
            </a:r>
          </a:p>
          <a:p>
            <a:endParaRPr lang="en-US" sz="2000" b="1" dirty="0"/>
          </a:p>
          <a:p>
            <a:r>
              <a:rPr lang="en-US" sz="2000" b="1" dirty="0"/>
              <a:t># Calculate the ratio of chi-square values</a:t>
            </a:r>
          </a:p>
          <a:p>
            <a:r>
              <a:rPr lang="en-US" sz="2000" b="1" dirty="0" err="1"/>
              <a:t>chirat_values</a:t>
            </a:r>
            <a:r>
              <a:rPr lang="en-US" sz="2000" b="1" dirty="0"/>
              <a:t> = [stats.chi2.ppf(0.995, </a:t>
            </a:r>
            <a:r>
              <a:rPr lang="en-US" sz="2000" b="1" dirty="0" err="1"/>
              <a:t>df</a:t>
            </a:r>
            <a:r>
              <a:rPr lang="en-US" sz="2000" b="1" dirty="0"/>
              <a:t>) / stats.chi2.ppf(0.005, </a:t>
            </a:r>
            <a:r>
              <a:rPr lang="en-US" sz="2000" b="1" dirty="0" err="1"/>
              <a:t>df</a:t>
            </a:r>
            <a:r>
              <a:rPr lang="en-US" sz="2000" b="1" dirty="0"/>
              <a:t>) for </a:t>
            </a:r>
            <a:r>
              <a:rPr lang="en-US" sz="2000" b="1" dirty="0" err="1"/>
              <a:t>df</a:t>
            </a:r>
            <a:r>
              <a:rPr lang="en-US" sz="2000" b="1" dirty="0"/>
              <a:t> in </a:t>
            </a:r>
            <a:r>
              <a:rPr lang="en-US" sz="2000" b="1" dirty="0" err="1"/>
              <a:t>df_values</a:t>
            </a:r>
            <a:r>
              <a:rPr lang="en-US" sz="2000" b="1" dirty="0"/>
              <a:t>]</a:t>
            </a:r>
          </a:p>
          <a:p>
            <a:endParaRPr lang="en-US" sz="2000" b="1" dirty="0"/>
          </a:p>
          <a:p>
            <a:r>
              <a:rPr lang="en-US" sz="2000" b="1" dirty="0"/>
              <a:t># Create a </a:t>
            </a:r>
            <a:r>
              <a:rPr lang="en-US" sz="2000" b="1" dirty="0" err="1"/>
              <a:t>dataframe</a:t>
            </a:r>
            <a:endParaRPr lang="en-US" sz="2000" b="1" dirty="0"/>
          </a:p>
          <a:p>
            <a:r>
              <a:rPr lang="en-US" sz="2000" b="1" dirty="0" err="1"/>
              <a:t>chisq_df</a:t>
            </a:r>
            <a:r>
              <a:rPr lang="en-US" sz="2000" b="1" dirty="0"/>
              <a:t> = </a:t>
            </a:r>
            <a:r>
              <a:rPr lang="en-US" sz="2000" b="1" dirty="0" err="1"/>
              <a:t>pd.DataFrame</a:t>
            </a:r>
            <a:r>
              <a:rPr lang="en-US" sz="2000" b="1" dirty="0"/>
              <a:t>({</a:t>
            </a:r>
          </a:p>
          <a:p>
            <a:r>
              <a:rPr lang="en-US" sz="2000" b="1" dirty="0"/>
              <a:t>    '</a:t>
            </a:r>
            <a:r>
              <a:rPr lang="en-US" sz="2000" b="1" dirty="0" err="1"/>
              <a:t>df</a:t>
            </a:r>
            <a:r>
              <a:rPr lang="en-US" sz="2000" b="1" dirty="0"/>
              <a:t>': </a:t>
            </a:r>
            <a:r>
              <a:rPr lang="en-US" sz="2000" b="1" dirty="0" err="1"/>
              <a:t>df_values</a:t>
            </a:r>
            <a:r>
              <a:rPr lang="en-US" sz="2000" b="1" dirty="0"/>
              <a:t>,</a:t>
            </a:r>
          </a:p>
          <a:p>
            <a:r>
              <a:rPr lang="en-US" sz="2000" b="1" dirty="0"/>
              <a:t>    '</a:t>
            </a:r>
            <a:r>
              <a:rPr lang="en-US" sz="2000" b="1" dirty="0" err="1"/>
              <a:t>chirat</a:t>
            </a:r>
            <a:r>
              <a:rPr lang="en-US" sz="2000" b="1" dirty="0"/>
              <a:t>': </a:t>
            </a:r>
            <a:r>
              <a:rPr lang="en-US" sz="2000" b="1" dirty="0" err="1"/>
              <a:t>chirat_values</a:t>
            </a:r>
            <a:endParaRPr lang="en-US" sz="2000" b="1" dirty="0"/>
          </a:p>
          <a:p>
            <a:r>
              <a:rPr lang="en-US" sz="2000" b="1" dirty="0"/>
              <a:t>})</a:t>
            </a:r>
          </a:p>
          <a:p>
            <a:endParaRPr lang="en-US" sz="2000" b="1" dirty="0"/>
          </a:p>
          <a:p>
            <a:r>
              <a:rPr lang="en-US" sz="2000" b="1" dirty="0"/>
              <a:t># Display the results</a:t>
            </a:r>
          </a:p>
          <a:p>
            <a:r>
              <a:rPr lang="en-US" sz="2000" b="1" dirty="0"/>
              <a:t>print(</a:t>
            </a:r>
            <a:r>
              <a:rPr lang="en-US" sz="2000" b="1" dirty="0" err="1"/>
              <a:t>chisq_df</a:t>
            </a:r>
            <a:r>
              <a:rPr lang="en-US" sz="20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720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D5BC9-32BE-A653-99F6-D7F05AFD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D1D159-869F-4F5A-232F-A96823CE9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26841-108F-0734-1C5F-3D6BB5777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2" y="481150"/>
            <a:ext cx="10588624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Code Convert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F4F24A-820C-152A-F71E-E6E10229F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56E75A0-C852-E922-566F-EA34EF020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80C9C9B-2896-FE18-E5F8-7124A4CC8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D6B7843-5C6D-292A-95CC-0EA8A5B0E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0D2FBDC-BA1C-E9B4-AFA8-0B04E6E3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E6F4690-E0CE-F13D-3896-6E82BAC73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861A3ED-083F-C840-09A4-4B51904ABDEE}"/>
              </a:ext>
            </a:extLst>
          </p:cNvPr>
          <p:cNvSpPr txBox="1"/>
          <p:nvPr/>
        </p:nvSpPr>
        <p:spPr>
          <a:xfrm>
            <a:off x="1102936" y="2055043"/>
            <a:ext cx="105886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import pandas as pd</a:t>
            </a:r>
          </a:p>
          <a:p>
            <a:endParaRPr lang="en-US" sz="2000" b="1" dirty="0"/>
          </a:p>
          <a:p>
            <a:r>
              <a:rPr lang="en-US" sz="2000" b="1" dirty="0"/>
              <a:t># Create the initial </a:t>
            </a:r>
            <a:r>
              <a:rPr lang="en-US" sz="2000" b="1" dirty="0" err="1"/>
              <a:t>DataFrame</a:t>
            </a:r>
            <a:endParaRPr lang="en-US" sz="2000" b="1" dirty="0"/>
          </a:p>
          <a:p>
            <a:r>
              <a:rPr lang="en-US" sz="2000" b="1" dirty="0"/>
              <a:t>data = {</a:t>
            </a:r>
          </a:p>
          <a:p>
            <a:r>
              <a:rPr lang="en-US" sz="2000" b="1" dirty="0"/>
              <a:t>    'x': [1, 1, 1, 2, 2, 2, 3, 3],</a:t>
            </a:r>
          </a:p>
          <a:p>
            <a:r>
              <a:rPr lang="en-US" sz="2000" b="1" dirty="0"/>
              <a:t>    'y': [25, 28, 27, 23, 35, 34, 25, 29]</a:t>
            </a:r>
          </a:p>
          <a:p>
            <a:r>
              <a:rPr lang="en-US" sz="2000" b="1" dirty="0"/>
              <a:t>}</a:t>
            </a:r>
          </a:p>
          <a:p>
            <a:r>
              <a:rPr lang="en-US" sz="2000" b="1" dirty="0" err="1"/>
              <a:t>abcd</a:t>
            </a:r>
            <a:r>
              <a:rPr lang="en-US" sz="2000" b="1" dirty="0"/>
              <a:t> = </a:t>
            </a:r>
            <a:r>
              <a:rPr lang="en-US" sz="2000" b="1" dirty="0" err="1"/>
              <a:t>pd.DataFrame</a:t>
            </a:r>
            <a:r>
              <a:rPr lang="en-US" sz="2000" b="1" dirty="0"/>
              <a:t>(data)</a:t>
            </a:r>
          </a:p>
          <a:p>
            <a:endParaRPr lang="en-US" sz="2000" b="1" dirty="0"/>
          </a:p>
          <a:p>
            <a:r>
              <a:rPr lang="en-US" sz="2000" b="1" dirty="0"/>
              <a:t># Create the new </a:t>
            </a:r>
            <a:r>
              <a:rPr lang="en-US" sz="2000" b="1" dirty="0" err="1"/>
              <a:t>DataFrame</a:t>
            </a:r>
            <a:r>
              <a:rPr lang="en-US" sz="2000" b="1" dirty="0"/>
              <a:t> with cumulative sum</a:t>
            </a:r>
          </a:p>
          <a:p>
            <a:r>
              <a:rPr lang="en-US" sz="2000" b="1" dirty="0" err="1"/>
              <a:t>abcd</a:t>
            </a:r>
            <a:r>
              <a:rPr lang="en-US" sz="2000" b="1" dirty="0"/>
              <a:t>['z'] = </a:t>
            </a:r>
            <a:r>
              <a:rPr lang="en-US" sz="2000" b="1" dirty="0" err="1"/>
              <a:t>abcd</a:t>
            </a:r>
            <a:r>
              <a:rPr lang="en-US" sz="2000" b="1" dirty="0"/>
              <a:t>['y'].</a:t>
            </a:r>
            <a:r>
              <a:rPr lang="en-US" sz="2000" b="1" dirty="0" err="1"/>
              <a:t>cumsum</a:t>
            </a:r>
            <a:r>
              <a:rPr lang="en-US" sz="2000" b="1" dirty="0"/>
              <a:t>()</a:t>
            </a:r>
          </a:p>
          <a:p>
            <a:endParaRPr lang="en-US" sz="2000" b="1" dirty="0"/>
          </a:p>
          <a:p>
            <a:r>
              <a:rPr lang="en-US" sz="2000" b="1" dirty="0"/>
              <a:t># Print the resulting </a:t>
            </a:r>
            <a:r>
              <a:rPr lang="en-US" sz="2000" b="1" dirty="0" err="1"/>
              <a:t>DataFrame</a:t>
            </a:r>
            <a:endParaRPr lang="en-US" sz="2000" b="1" dirty="0"/>
          </a:p>
          <a:p>
            <a:r>
              <a:rPr lang="en-US" sz="2000" b="1" dirty="0"/>
              <a:t>print(</a:t>
            </a:r>
            <a:r>
              <a:rPr lang="en-US" sz="2000" b="1" dirty="0" err="1"/>
              <a:t>abcd</a:t>
            </a:r>
            <a:r>
              <a:rPr lang="en-US" sz="20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0688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D8931-4BBA-60EB-9CB6-9662B571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CC9D6F-4643-0857-8962-10D311C11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92F96-E8C6-26EE-05C7-6F537A0C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2" y="481150"/>
            <a:ext cx="10588624" cy="1507067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DeepSeek</a:t>
            </a:r>
            <a:endParaRPr lang="en-US" sz="40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D3A015-2F22-CD25-41C4-19C375D29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3403CB-1EA1-1234-5DDB-80509C2C7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426A7E-0643-13B9-3E04-AE5F6BAAC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F3B4837-A900-2867-4E3D-FB6FF0378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840C548-1246-00E5-4F87-7B9B94A71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593619-F443-C230-D432-DFE292D9A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D30A661-B3E8-9CA6-C258-B593E155D312}"/>
              </a:ext>
            </a:extLst>
          </p:cNvPr>
          <p:cNvSpPr txBox="1"/>
          <p:nvPr/>
        </p:nvSpPr>
        <p:spPr>
          <a:xfrm>
            <a:off x="1102936" y="2055043"/>
            <a:ext cx="1058862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import pandas as pd</a:t>
            </a:r>
          </a:p>
          <a:p>
            <a:r>
              <a:rPr lang="en-US" sz="2000" b="1"/>
              <a:t>from scipy.stats import chi2</a:t>
            </a:r>
          </a:p>
          <a:p>
            <a:endParaRPr lang="en-US" sz="2000" b="1"/>
          </a:p>
          <a:p>
            <a:r>
              <a:rPr lang="en-US" sz="2000" b="1"/>
              <a:t># Create a DataFrame to hold the data</a:t>
            </a:r>
          </a:p>
          <a:p>
            <a:r>
              <a:rPr lang="en-US" sz="2000" b="1"/>
              <a:t>data = {</a:t>
            </a:r>
          </a:p>
          <a:p>
            <a:r>
              <a:rPr lang="en-US" sz="2000" b="1"/>
              <a:t>    'df': [20, 21, 22, 23, 24, 25, 26, 27, 28, 29, 30]</a:t>
            </a:r>
          </a:p>
          <a:p>
            <a:r>
              <a:rPr lang="en-US" sz="2000" b="1"/>
              <a:t>}</a:t>
            </a:r>
          </a:p>
          <a:p>
            <a:endParaRPr lang="en-US" sz="2000" b="1"/>
          </a:p>
          <a:p>
            <a:r>
              <a:rPr lang="en-US" sz="2000" b="1"/>
              <a:t>chisq = pd.DataFrame(data)</a:t>
            </a:r>
          </a:p>
          <a:p>
            <a:endParaRPr lang="en-US" sz="2000" b="1"/>
          </a:p>
          <a:p>
            <a:r>
              <a:rPr lang="en-US" sz="2000" b="1"/>
              <a:t># Calculate chirat</a:t>
            </a:r>
          </a:p>
          <a:p>
            <a:r>
              <a:rPr lang="en-US" sz="2000" b="1"/>
              <a:t>chisq['chirat'] = chi2.ppf(0.995, chisq['df']) / chi2.ppf(0.005, chisq['df'])</a:t>
            </a:r>
          </a:p>
          <a:p>
            <a:endParaRPr lang="en-US" sz="2000" b="1"/>
          </a:p>
          <a:p>
            <a:r>
              <a:rPr lang="en-US" sz="2000" b="1"/>
              <a:t># Print the DataFrame</a:t>
            </a:r>
          </a:p>
          <a:p>
            <a:r>
              <a:rPr lang="en-US" sz="2000" b="1"/>
              <a:t>print(chisq[['df', 'chirat']])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58100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05F3D-303A-D019-0531-FF6014D7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F6BB8C-0F00-4FF9-840F-D664EAF94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03EED-A656-D782-8406-809F302B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Problem areas – retain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6013-01DE-FA75-6BAA-E3091D700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903684"/>
            <a:ext cx="9752541" cy="41569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PySpark is a version of Python designed for distributed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Therefore ‘row-by-row’ is not it’s native tongue, so to speak (multiple commands have to be used).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All AI’s used could not deal with this and put out bad code.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D08861-BE18-C2ED-C07B-9B89FBBF3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1FAB37D-49F9-448F-7EDB-A47700028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0621CA-4581-9164-064A-644AF4343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DAEF9D3-38C4-E180-AE10-780EF2653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C6B0E1E-5F8A-9C3C-7995-273FB0EB0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FC36255-F6C5-9399-575D-7FD2CAC03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5211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11DDE-0E44-753D-9D35-DC114E0B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9D4993-D2AC-0452-61FB-0E021428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3099B-EA7E-C29B-FEF4-7A07E932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Problem areas – retain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D9904-AA0F-E858-D83B-79C7B1A5D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44420"/>
            <a:ext cx="9752541" cy="4216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In Pandas, this worked – ‘row by row’ is normal for this version.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This would require the data to be restructured, and would work more slowly.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In the end, either accept this or write PySpark by hand.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34D4A0-301C-2904-66FF-7A396B54D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24C9745-F8D0-1F4D-F848-3DD23C45D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3B06FC-2CAF-C66F-DC39-3F5DEC0CB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6F2BE4-8265-110B-E225-FAECC2AA4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5CCAAB5-0892-B164-1A51-5E583025C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F8533D7-220A-F0BE-70CC-B145B0D84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0121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1AE85-27FD-4C86-2C91-894D7044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112C15-CF71-220A-F3C4-CBF07C2CB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4C940-3BC5-4D48-76EE-2D884770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Problem areas –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5211-9BF0-46B7-A14D-00D40DFBA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44420"/>
            <a:ext cx="9752541" cy="4216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As the complexity of SAS statements (or blocks) increases, the complexity of the translated code increases by more.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This can result in long blocks of very difficult to debug code (hard even for experts).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You might need to refactor the SAS code.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C2914F-1D12-209B-6896-E5F5B130F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ACDF4C6-B93A-520D-24F2-447629C18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7DBE94-FF84-17FE-F4CA-432399C56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C9EE576-6C8C-CAB3-16EE-2F28CA970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16FF1-4974-12EA-E951-C63CD8BE7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E4FB6C-8307-C813-E6C9-E480443D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3845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23889-3AA6-F824-4DB4-C79178F4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82825A-0DBC-AF66-3FF1-7727D91C4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6E3A-C957-4E66-FA71-C7E289B3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37353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b="1" dirty="0"/>
              <a:t>Problem areas –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31B6-CA72-76DB-71E8-0EF227509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7" y="1844420"/>
            <a:ext cx="9752541" cy="4216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SAS arrays are rather non cryptic, closer to English than Python/Pandas/PySpark.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They can also vary in grammar and choices across the languages and AI.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/>
                </a:solidFill>
              </a:rPr>
              <a:t>This adds to debugging difficulty.   You need to experiment with prompts.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645156-05E5-860A-26AB-9065F3BC3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5A6B111-4B76-DABF-4F5B-844EC5DF4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DC0073-4AA1-97D6-8FDC-33E9323E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2E5B45A-B2FF-2C41-FFD8-2C53E736A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357166-C829-F452-87CE-6435B5F3E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FA34720-3EF9-FF26-1710-311C4BB6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2284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449" y="2774873"/>
            <a:ext cx="10549569" cy="1316115"/>
          </a:xfrm>
        </p:spPr>
        <p:txBody>
          <a:bodyPr/>
          <a:lstStyle/>
          <a:p>
            <a:pPr algn="ctr"/>
            <a:r>
              <a:rPr lang="en-US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2071006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7635</TotalTime>
  <Words>1479</Words>
  <Application>Microsoft Office PowerPoint</Application>
  <PresentationFormat>Widescreen</PresentationFormat>
  <Paragraphs>202</Paragraphs>
  <Slides>26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Century Gothic</vt:lpstr>
      <vt:lpstr>Wingdings</vt:lpstr>
      <vt:lpstr>Wingdings 3</vt:lpstr>
      <vt:lpstr>Slice</vt:lpstr>
      <vt:lpstr>Translating sas to python through free ai</vt:lpstr>
      <vt:lpstr>What this class will cover</vt:lpstr>
      <vt:lpstr>bAckground</vt:lpstr>
      <vt:lpstr>HOWEVER</vt:lpstr>
      <vt:lpstr>analogy</vt:lpstr>
      <vt:lpstr>My (limited) Experience</vt:lpstr>
      <vt:lpstr>Goal</vt:lpstr>
      <vt:lpstr>Tools Used (all free versions)</vt:lpstr>
      <vt:lpstr>Original sas code</vt:lpstr>
      <vt:lpstr>results</vt:lpstr>
      <vt:lpstr>Chatgpt</vt:lpstr>
      <vt:lpstr>Chatgpt</vt:lpstr>
      <vt:lpstr>Chatgpt</vt:lpstr>
      <vt:lpstr>Chatgpt</vt:lpstr>
      <vt:lpstr>BUT!</vt:lpstr>
      <vt:lpstr>However</vt:lpstr>
      <vt:lpstr>Comparison of Code produced</vt:lpstr>
      <vt:lpstr>ChatGPT</vt:lpstr>
      <vt:lpstr>Claude ai</vt:lpstr>
      <vt:lpstr>Code Convert</vt:lpstr>
      <vt:lpstr>DeepSeek</vt:lpstr>
      <vt:lpstr>Problem areas – retain statement</vt:lpstr>
      <vt:lpstr>Problem areas – retain statement</vt:lpstr>
      <vt:lpstr>Problem areas – Complexity</vt:lpstr>
      <vt:lpstr>Problem areas – Arrays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R/Rstudio on aws </dc:title>
  <dc:creator>Barry DeCicco</dc:creator>
  <cp:lastModifiedBy>Barry DeCicco</cp:lastModifiedBy>
  <cp:revision>64</cp:revision>
  <dcterms:created xsi:type="dcterms:W3CDTF">2020-02-02T20:17:52Z</dcterms:created>
  <dcterms:modified xsi:type="dcterms:W3CDTF">2025-04-29T19:49:36Z</dcterms:modified>
</cp:coreProperties>
</file>